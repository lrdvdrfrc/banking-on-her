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42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S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Prism Icon Library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3B2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solid-fill business icons in the Prism brand style.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3B2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editable, scalable, and ready for presentations, documents, and digital assets.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2860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4206240"/>
            <a:ext cx="22860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46320"/>
            <a:ext cx="640080" cy="6400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4846320"/>
            <a:ext cx="640080" cy="64008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846320"/>
            <a:ext cx="640080" cy="64008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4846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3B2E">
                    <a:alpha val="5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METHODOLOGY &amp; PROCESS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13944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#6DC0C8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2900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132588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290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#F5B896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30936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1325880"/>
            <a:ext cx="91440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Test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30936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#F2D080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918972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5540" y="1325880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8972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1897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#9FD4B0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4864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4460" y="4206240"/>
            <a:ext cx="914400" cy="914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4864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#6DC0C8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342900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4820" y="4206240"/>
            <a:ext cx="914400" cy="914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42900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342900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#F5B896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630936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5180" y="4206240"/>
            <a:ext cx="914400" cy="9144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0936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630936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#F2D080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918972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5540" y="4206240"/>
            <a:ext cx="914400" cy="9144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18972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918972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#9FD4B0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3B2E">
                    <a:alpha val="5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&amp; VALUE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13258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#F2D080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2900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132588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290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#6DC0C8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30936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1325880"/>
            <a:ext cx="91440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30936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#F5B896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918972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5540" y="1325880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8972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1897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#9FD4B0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4864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4460" y="4206240"/>
            <a:ext cx="914400" cy="914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4864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#6DC0C8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342900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4820" y="4206240"/>
            <a:ext cx="914400" cy="914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42900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342900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#F5B896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630936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5180" y="4206240"/>
            <a:ext cx="914400" cy="9144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0936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630936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#F2D080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918972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5540" y="4206240"/>
            <a:ext cx="914400" cy="9144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18972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918972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#9FD4B0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3B2E">
                    <a:alpha val="5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&amp; IDENTITY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13258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#F5B896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2900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132588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290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#F2D080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30936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1325880"/>
            <a:ext cx="91440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30936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#9FD4B0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918972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5540" y="1325880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8972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1897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#6DC0C8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4864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4460" y="4206240"/>
            <a:ext cx="914400" cy="914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4864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#6DC0C8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342900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4820" y="4206240"/>
            <a:ext cx="914400" cy="914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42900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Through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342900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#F5B896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630936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5180" y="4206240"/>
            <a:ext cx="914400" cy="9144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0936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630936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#F2D080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918972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5540" y="4206240"/>
            <a:ext cx="914400" cy="9144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18972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Excellence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918972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#9FD4B0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Icons — Quick Reference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0515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182880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105156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Strategise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29184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40" y="105156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9184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Test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475488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780" y="105156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5488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621792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820" y="105156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1792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768096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3860" y="1051560"/>
            <a:ext cx="548640" cy="5486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8096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800" dirty="0"/>
          </a:p>
        </p:txBody>
      </p:sp>
      <p:sp>
        <p:nvSpPr>
          <p:cNvPr id="21" name="Shape 13"/>
          <p:cNvSpPr/>
          <p:nvPr/>
        </p:nvSpPr>
        <p:spPr>
          <a:xfrm>
            <a:off x="914400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6900" y="1051560"/>
            <a:ext cx="548640" cy="54864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14400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800" dirty="0"/>
          </a:p>
        </p:txBody>
      </p:sp>
      <p:sp>
        <p:nvSpPr>
          <p:cNvPr id="24" name="Shape 15"/>
          <p:cNvSpPr/>
          <p:nvPr/>
        </p:nvSpPr>
        <p:spPr>
          <a:xfrm>
            <a:off x="1060704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49940" y="1051560"/>
            <a:ext cx="548640" cy="54864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60704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endParaRPr lang="en-US" sz="800" dirty="0"/>
          </a:p>
        </p:txBody>
      </p:sp>
      <p:sp>
        <p:nvSpPr>
          <p:cNvPr id="27" name="Shape 17"/>
          <p:cNvSpPr/>
          <p:nvPr/>
        </p:nvSpPr>
        <p:spPr>
          <a:xfrm>
            <a:off x="36576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" y="2971800"/>
            <a:ext cx="548640" cy="54864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6576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800" dirty="0"/>
          </a:p>
        </p:txBody>
      </p:sp>
      <p:sp>
        <p:nvSpPr>
          <p:cNvPr id="30" name="Shape 19"/>
          <p:cNvSpPr/>
          <p:nvPr/>
        </p:nvSpPr>
        <p:spPr>
          <a:xfrm>
            <a:off x="182880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71700" y="2971800"/>
            <a:ext cx="548640" cy="54864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82880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800" dirty="0"/>
          </a:p>
        </p:txBody>
      </p:sp>
      <p:sp>
        <p:nvSpPr>
          <p:cNvPr id="33" name="Shape 21"/>
          <p:cNvSpPr/>
          <p:nvPr/>
        </p:nvSpPr>
        <p:spPr>
          <a:xfrm>
            <a:off x="329184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34740" y="2971800"/>
            <a:ext cx="548640" cy="54864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329184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800" dirty="0"/>
          </a:p>
        </p:txBody>
      </p:sp>
      <p:sp>
        <p:nvSpPr>
          <p:cNvPr id="36" name="Shape 23"/>
          <p:cNvSpPr/>
          <p:nvPr/>
        </p:nvSpPr>
        <p:spPr>
          <a:xfrm>
            <a:off x="475488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97780" y="2971800"/>
            <a:ext cx="548640" cy="54864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475488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</a:t>
            </a:r>
            <a:endParaRPr lang="en-US" sz="800" dirty="0"/>
          </a:p>
        </p:txBody>
      </p:sp>
      <p:sp>
        <p:nvSpPr>
          <p:cNvPr id="39" name="Shape 25"/>
          <p:cNvSpPr/>
          <p:nvPr/>
        </p:nvSpPr>
        <p:spPr>
          <a:xfrm>
            <a:off x="621792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0820" y="2971800"/>
            <a:ext cx="548640" cy="548640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621792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800" dirty="0"/>
          </a:p>
        </p:txBody>
      </p:sp>
      <p:sp>
        <p:nvSpPr>
          <p:cNvPr id="42" name="Shape 27"/>
          <p:cNvSpPr/>
          <p:nvPr/>
        </p:nvSpPr>
        <p:spPr>
          <a:xfrm>
            <a:off x="768096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23860" y="2971800"/>
            <a:ext cx="548640" cy="548640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768096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800" dirty="0"/>
          </a:p>
        </p:txBody>
      </p:sp>
      <p:sp>
        <p:nvSpPr>
          <p:cNvPr id="45" name="Shape 29"/>
          <p:cNvSpPr/>
          <p:nvPr/>
        </p:nvSpPr>
        <p:spPr>
          <a:xfrm>
            <a:off x="914400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86900" y="2971800"/>
            <a:ext cx="548640" cy="54864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914400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800" dirty="0"/>
          </a:p>
        </p:txBody>
      </p:sp>
      <p:sp>
        <p:nvSpPr>
          <p:cNvPr id="48" name="Shape 31"/>
          <p:cNvSpPr/>
          <p:nvPr/>
        </p:nvSpPr>
        <p:spPr>
          <a:xfrm>
            <a:off x="1060704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49940" y="2971800"/>
            <a:ext cx="548640" cy="548640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1060704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</a:t>
            </a:r>
            <a:endParaRPr lang="en-US" sz="800" dirty="0"/>
          </a:p>
        </p:txBody>
      </p:sp>
      <p:sp>
        <p:nvSpPr>
          <p:cNvPr id="51" name="Shape 33"/>
          <p:cNvSpPr/>
          <p:nvPr/>
        </p:nvSpPr>
        <p:spPr>
          <a:xfrm>
            <a:off x="36576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8660" y="4892040"/>
            <a:ext cx="548640" cy="548640"/>
          </a:xfrm>
          <a:prstGeom prst="rect">
            <a:avLst/>
          </a:prstGeom>
        </p:spPr>
      </p:pic>
      <p:sp>
        <p:nvSpPr>
          <p:cNvPr id="53" name="Text 34"/>
          <p:cNvSpPr/>
          <p:nvPr/>
        </p:nvSpPr>
        <p:spPr>
          <a:xfrm>
            <a:off x="36576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Inclusion</a:t>
            </a:r>
            <a:endParaRPr lang="en-US" sz="800" dirty="0"/>
          </a:p>
        </p:txBody>
      </p:sp>
      <p:sp>
        <p:nvSpPr>
          <p:cNvPr id="54" name="Shape 35"/>
          <p:cNvSpPr/>
          <p:nvPr/>
        </p:nvSpPr>
        <p:spPr>
          <a:xfrm>
            <a:off x="182880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55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71700" y="4892040"/>
            <a:ext cx="548640" cy="548640"/>
          </a:xfrm>
          <a:prstGeom prst="rect">
            <a:avLst/>
          </a:prstGeom>
        </p:spPr>
      </p:pic>
      <p:sp>
        <p:nvSpPr>
          <p:cNvPr id="56" name="Text 36"/>
          <p:cNvSpPr/>
          <p:nvPr/>
        </p:nvSpPr>
        <p:spPr>
          <a:xfrm>
            <a:off x="182880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800" dirty="0"/>
          </a:p>
        </p:txBody>
      </p:sp>
      <p:sp>
        <p:nvSpPr>
          <p:cNvPr id="57" name="Shape 37"/>
          <p:cNvSpPr/>
          <p:nvPr/>
        </p:nvSpPr>
        <p:spPr>
          <a:xfrm>
            <a:off x="329184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58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34740" y="4892040"/>
            <a:ext cx="548640" cy="548640"/>
          </a:xfrm>
          <a:prstGeom prst="rect">
            <a:avLst/>
          </a:prstGeom>
        </p:spPr>
      </p:pic>
      <p:sp>
        <p:nvSpPr>
          <p:cNvPr id="59" name="Text 38"/>
          <p:cNvSpPr/>
          <p:nvPr/>
        </p:nvSpPr>
        <p:spPr>
          <a:xfrm>
            <a:off x="329184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</a:t>
            </a:r>
            <a:endParaRPr lang="en-US" sz="800" dirty="0"/>
          </a:p>
        </p:txBody>
      </p:sp>
      <p:sp>
        <p:nvSpPr>
          <p:cNvPr id="60" name="Shape 39"/>
          <p:cNvSpPr/>
          <p:nvPr/>
        </p:nvSpPr>
        <p:spPr>
          <a:xfrm>
            <a:off x="475488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6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97780" y="4892040"/>
            <a:ext cx="548640" cy="548640"/>
          </a:xfrm>
          <a:prstGeom prst="rect">
            <a:avLst/>
          </a:prstGeom>
        </p:spPr>
      </p:pic>
      <p:sp>
        <p:nvSpPr>
          <p:cNvPr id="62" name="Text 40"/>
          <p:cNvSpPr/>
          <p:nvPr/>
        </p:nvSpPr>
        <p:spPr>
          <a:xfrm>
            <a:off x="475488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800" dirty="0"/>
          </a:p>
        </p:txBody>
      </p:sp>
      <p:sp>
        <p:nvSpPr>
          <p:cNvPr id="63" name="Shape 41"/>
          <p:cNvSpPr/>
          <p:nvPr/>
        </p:nvSpPr>
        <p:spPr>
          <a:xfrm>
            <a:off x="621792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64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60820" y="4892040"/>
            <a:ext cx="548640" cy="548640"/>
          </a:xfrm>
          <a:prstGeom prst="rect">
            <a:avLst/>
          </a:prstGeom>
        </p:spPr>
      </p:pic>
      <p:sp>
        <p:nvSpPr>
          <p:cNvPr id="65" name="Text 42"/>
          <p:cNvSpPr/>
          <p:nvPr/>
        </p:nvSpPr>
        <p:spPr>
          <a:xfrm>
            <a:off x="621792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800" dirty="0"/>
          </a:p>
        </p:txBody>
      </p:sp>
      <p:sp>
        <p:nvSpPr>
          <p:cNvPr id="66" name="Shape 43"/>
          <p:cNvSpPr/>
          <p:nvPr/>
        </p:nvSpPr>
        <p:spPr>
          <a:xfrm>
            <a:off x="768096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67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23860" y="4892040"/>
            <a:ext cx="548640" cy="548640"/>
          </a:xfrm>
          <a:prstGeom prst="rect">
            <a:avLst/>
          </a:prstGeom>
        </p:spPr>
      </p:pic>
      <p:sp>
        <p:nvSpPr>
          <p:cNvPr id="68" name="Text 44"/>
          <p:cNvSpPr/>
          <p:nvPr/>
        </p:nvSpPr>
        <p:spPr>
          <a:xfrm>
            <a:off x="768096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Through</a:t>
            </a:r>
            <a:endParaRPr lang="en-US" sz="800" dirty="0"/>
          </a:p>
        </p:txBody>
      </p:sp>
      <p:sp>
        <p:nvSpPr>
          <p:cNvPr id="69" name="Shape 45"/>
          <p:cNvSpPr/>
          <p:nvPr/>
        </p:nvSpPr>
        <p:spPr>
          <a:xfrm>
            <a:off x="914400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70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86900" y="4892040"/>
            <a:ext cx="548640" cy="548640"/>
          </a:xfrm>
          <a:prstGeom prst="rect">
            <a:avLst/>
          </a:prstGeom>
        </p:spPr>
      </p:pic>
      <p:sp>
        <p:nvSpPr>
          <p:cNvPr id="71" name="Text 46"/>
          <p:cNvSpPr/>
          <p:nvPr/>
        </p:nvSpPr>
        <p:spPr>
          <a:xfrm>
            <a:off x="914400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800" dirty="0"/>
          </a:p>
        </p:txBody>
      </p:sp>
      <p:sp>
        <p:nvSpPr>
          <p:cNvPr id="72" name="Shape 47"/>
          <p:cNvSpPr/>
          <p:nvPr/>
        </p:nvSpPr>
        <p:spPr>
          <a:xfrm>
            <a:off x="1060704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pic>
        <p:nvPicPr>
          <p:cNvPr id="73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949940" y="4892040"/>
            <a:ext cx="548640" cy="548640"/>
          </a:xfrm>
          <a:prstGeom prst="rect">
            <a:avLst/>
          </a:prstGeom>
        </p:spPr>
      </p:pic>
      <p:sp>
        <p:nvSpPr>
          <p:cNvPr id="74" name="Text 48"/>
          <p:cNvSpPr/>
          <p:nvPr/>
        </p:nvSpPr>
        <p:spPr>
          <a:xfrm>
            <a:off x="1060704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How to use these icons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30352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Always on dark backgrounds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icons are designed for the deep violet #1A0A2E background. On light backgrounds, use inverted (dark) versions.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30352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spectrum colour per icon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560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icon uses one of four spectrum colours: Sky, Rose, Amber, or Mint. Never combine multiple colours in one icon.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530352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Glass panel framing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846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presentation use, place icons on frosted glass cards. For inline use in documents, icons work without frames.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4206240"/>
            <a:ext cx="530352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Consistent sizing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846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presentations: 0.5" inline, 1" featured. Scale proportionally. All icons are 256px PNG — sharp at any slide size.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18288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6400800"/>
            <a:ext cx="18288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269</Words>
  <Application>Microsoft Macintosh PowerPoint</Application>
  <PresentationFormat>Breedbeeld</PresentationFormat>
  <Paragraphs>96</Paragraphs>
  <Slides>6</Slides>
  <Notes>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1" baseType="lpstr">
      <vt:lpstr>Arial</vt:lpstr>
      <vt:lpstr>Calibri</vt:lpstr>
      <vt:lpstr>Inter</vt:lpstr>
      <vt:lpstr>Sora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IFC Prism Icon Library</dc:title>
  <dc:subject>PptxGenJS Presentation</dc:subject>
  <dc:creator>IFC</dc:creator>
  <cp:lastModifiedBy>jan van Waveren</cp:lastModifiedBy>
  <cp:revision>2</cp:revision>
  <dcterms:created xsi:type="dcterms:W3CDTF">2026-04-15T10:46:50Z</dcterms:created>
  <dcterms:modified xsi:type="dcterms:W3CDTF">2026-04-15T10:50:43Z</dcterms:modified>
</cp:coreProperties>
</file>