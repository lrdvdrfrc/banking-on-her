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ISM">
    <p:bg>
      <p:bgPr>
        <a:solidFill>
          <a:srgbClr val="EA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image" Target="../media/image-5-15.png"/><Relationship Id="rId16" Type="http://schemas.openxmlformats.org/officeDocument/2006/relationships/image" Target="../media/image-5-16.png"/><Relationship Id="rId17" Type="http://schemas.openxmlformats.org/officeDocument/2006/relationships/image" Target="../media/image-5-17.png"/><Relationship Id="rId18" Type="http://schemas.openxmlformats.org/officeDocument/2006/relationships/image" Target="../media/image-5-18.png"/><Relationship Id="rId19" Type="http://schemas.openxmlformats.org/officeDocument/2006/relationships/image" Target="../media/image-5-19.png"/><Relationship Id="rId20" Type="http://schemas.openxmlformats.org/officeDocument/2006/relationships/image" Target="../media/image-5-20.png"/><Relationship Id="rId21" Type="http://schemas.openxmlformats.org/officeDocument/2006/relationships/image" Target="../media/image-5-21.png"/><Relationship Id="rId22" Type="http://schemas.openxmlformats.org/officeDocument/2006/relationships/image" Target="../media/image-5-22.png"/><Relationship Id="rId23" Type="http://schemas.openxmlformats.org/officeDocument/2006/relationships/image" Target="../media/image-5-23.png"/><Relationship Id="rId24" Type="http://schemas.openxmlformats.org/officeDocument/2006/relationships/image" Target="../media/image-5-24.png"/><Relationship Id="rId25" Type="http://schemas.openxmlformats.org/officeDocument/2006/relationships/slideLayout" Target="../slideLayouts/slideLayout2.xml"/><Relationship Id="rId2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1828800"/>
            <a:ext cx="7315200" cy="7315200"/>
          </a:xfrm>
          <a:prstGeom prst="ellipse">
            <a:avLst/>
          </a:prstGeom>
          <a:solidFill>
            <a:srgbClr val="7EB8FF">
              <a:alpha val="1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0" y="0"/>
            <a:ext cx="4572000" cy="4572000"/>
          </a:xfrm>
          <a:prstGeom prst="ellipse">
            <a:avLst/>
          </a:prstGeom>
          <a:solidFill>
            <a:srgbClr val="FF9E7A">
              <a:alpha val="1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D3B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IBC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D3B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Prism Icon Library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301752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0D3B2E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 solid-fill business icons in the Prism brand style.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0D3B2E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Fully editable, scalable, and ready for presentations, documents, and digital assets.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4206240"/>
            <a:ext cx="1143000" cy="36576"/>
          </a:xfrm>
          <a:prstGeom prst="rect">
            <a:avLst/>
          </a:prstGeom>
          <a:solidFill>
            <a:srgbClr val="7EB8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74520" y="4206240"/>
            <a:ext cx="1143000" cy="36576"/>
          </a:xfrm>
          <a:prstGeom prst="rect">
            <a:avLst/>
          </a:prstGeom>
          <a:solidFill>
            <a:srgbClr val="FF9E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17520" y="4206240"/>
            <a:ext cx="1143000" cy="36576"/>
          </a:xfrm>
          <a:prstGeom prst="rect">
            <a:avLst/>
          </a:prstGeom>
          <a:solidFill>
            <a:srgbClr val="FFD1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60520" y="4206240"/>
            <a:ext cx="1143000" cy="36576"/>
          </a:xfrm>
          <a:prstGeom prst="rect">
            <a:avLst/>
          </a:prstGeom>
          <a:solidFill>
            <a:srgbClr val="7CFFC4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4846320"/>
            <a:ext cx="640080" cy="640080"/>
          </a:xfrm>
          <a:prstGeom prst="rect">
            <a:avLst/>
          </a:prstGeom>
        </p:spPr>
      </p:pic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0" y="4846320"/>
            <a:ext cx="640080" cy="640080"/>
          </a:xfrm>
          <a:prstGeom prst="rect">
            <a:avLst/>
          </a:prstGeom>
        </p:spPr>
      </p:pic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4846320"/>
            <a:ext cx="640080" cy="640080"/>
          </a:xfrm>
          <a:prstGeom prst="rect">
            <a:avLst/>
          </a:prstGeom>
        </p:spPr>
      </p:pic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4846320"/>
            <a:ext cx="64008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2743200"/>
            <a:ext cx="6400800" cy="6400800"/>
          </a:xfrm>
          <a:prstGeom prst="ellipse">
            <a:avLst/>
          </a:prstGeom>
          <a:solidFill>
            <a:srgbClr val="FF9E7A">
              <a:alpha val="1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D3B2E">
                    <a:alpha val="50000"/>
                  </a:srgbClr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METHODOLOGY &amp; PROCESS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2606040" cy="2606040"/>
          </a:xfrm>
          <a:prstGeom prst="roundRect">
            <a:avLst>
              <a:gd name="adj" fmla="val 7018"/>
            </a:avLst>
          </a:prstGeom>
          <a:solidFill>
            <a:srgbClr val="FFFFFF">
              <a:alpha val="65000"/>
            </a:srgbClr>
          </a:solidFill>
          <a:ln w="9525">
            <a:solidFill>
              <a:srgbClr val="C5E8DC">
                <a:alpha val="5500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4460" y="1325880"/>
            <a:ext cx="914400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4688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3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Diagnose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27889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3B2E">
                    <a:alpha val="4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#7EB8FF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769364" y="3108960"/>
            <a:ext cx="164592" cy="164592"/>
          </a:xfrm>
          <a:prstGeom prst="ellipse">
            <a:avLst/>
          </a:prstGeom>
          <a:solidFill>
            <a:srgbClr val="7EB8FF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429000" y="914400"/>
            <a:ext cx="2606040" cy="2606040"/>
          </a:xfrm>
          <a:prstGeom prst="roundRect">
            <a:avLst>
              <a:gd name="adj" fmla="val 7018"/>
            </a:avLst>
          </a:prstGeom>
          <a:solidFill>
            <a:srgbClr val="FFFFFF">
              <a:alpha val="65000"/>
            </a:srgbClr>
          </a:solidFill>
          <a:ln w="9525">
            <a:solidFill>
              <a:srgbClr val="C5E8DC">
                <a:alpha val="55000"/>
              </a:srgbClr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4820" y="1325880"/>
            <a:ext cx="914400" cy="9144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429000" y="24688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3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Strategise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3429000" y="27889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3B2E">
                    <a:alpha val="4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#FF9E7A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4649724" y="3108960"/>
            <a:ext cx="164592" cy="164592"/>
          </a:xfrm>
          <a:prstGeom prst="ellipse">
            <a:avLst/>
          </a:prstGeom>
          <a:solidFill>
            <a:srgbClr val="FF9E7A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309360" y="914400"/>
            <a:ext cx="2606040" cy="2606040"/>
          </a:xfrm>
          <a:prstGeom prst="roundRect">
            <a:avLst>
              <a:gd name="adj" fmla="val 7018"/>
            </a:avLst>
          </a:prstGeom>
          <a:solidFill>
            <a:srgbClr val="FFFFFF">
              <a:alpha val="65000"/>
            </a:srgbClr>
          </a:solidFill>
          <a:ln w="9525">
            <a:solidFill>
              <a:srgbClr val="C5E8DC">
                <a:alpha val="55000"/>
              </a:srgbClr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5180" y="1325880"/>
            <a:ext cx="914400" cy="9144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309360" y="24688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3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&amp; Test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6309360" y="27889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3B2E">
                    <a:alpha val="4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#FFD166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7530084" y="3108960"/>
            <a:ext cx="164592" cy="164592"/>
          </a:xfrm>
          <a:prstGeom prst="ellipse">
            <a:avLst/>
          </a:prstGeom>
          <a:solidFill>
            <a:srgbClr val="FFD166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9189720" y="914400"/>
            <a:ext cx="2606040" cy="2606040"/>
          </a:xfrm>
          <a:prstGeom prst="roundRect">
            <a:avLst>
              <a:gd name="adj" fmla="val 7018"/>
            </a:avLst>
          </a:prstGeom>
          <a:solidFill>
            <a:srgbClr val="FFFFFF">
              <a:alpha val="65000"/>
            </a:srgbClr>
          </a:solidFill>
          <a:ln w="9525">
            <a:solidFill>
              <a:srgbClr val="C5E8DC">
                <a:alpha val="55000"/>
              </a:srgbClr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5540" y="1325880"/>
            <a:ext cx="914400" cy="9144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189720" y="24688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3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9189720" y="27889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3B2E">
                    <a:alpha val="4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#7CFFC4</a:t>
            </a:r>
            <a:endParaRPr lang="en-US" sz="900" dirty="0"/>
          </a:p>
        </p:txBody>
      </p:sp>
      <p:sp>
        <p:nvSpPr>
          <p:cNvPr id="23" name="Shape 17"/>
          <p:cNvSpPr/>
          <p:nvPr/>
        </p:nvSpPr>
        <p:spPr>
          <a:xfrm>
            <a:off x="10410444" y="3108960"/>
            <a:ext cx="164592" cy="164592"/>
          </a:xfrm>
          <a:prstGeom prst="ellipse">
            <a:avLst/>
          </a:prstGeom>
          <a:solidFill>
            <a:srgbClr val="7CFFC4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548640" y="3794760"/>
            <a:ext cx="2606040" cy="2606040"/>
          </a:xfrm>
          <a:prstGeom prst="roundRect">
            <a:avLst>
              <a:gd name="adj" fmla="val 7018"/>
            </a:avLst>
          </a:prstGeom>
          <a:solidFill>
            <a:srgbClr val="FFFFFF">
              <a:alpha val="65000"/>
            </a:srgbClr>
          </a:solidFill>
          <a:ln w="9525">
            <a:solidFill>
              <a:srgbClr val="C5E8DC">
                <a:alpha val="55000"/>
              </a:srgbClr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94460" y="4206240"/>
            <a:ext cx="914400" cy="91440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48640" y="53492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3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Scale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548640" y="56692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3B2E">
                    <a:alpha val="4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#7EB8FF</a:t>
            </a:r>
            <a:endParaRPr lang="en-US" sz="900" dirty="0"/>
          </a:p>
        </p:txBody>
      </p:sp>
      <p:sp>
        <p:nvSpPr>
          <p:cNvPr id="28" name="Shape 21"/>
          <p:cNvSpPr/>
          <p:nvPr/>
        </p:nvSpPr>
        <p:spPr>
          <a:xfrm>
            <a:off x="1769364" y="5989320"/>
            <a:ext cx="164592" cy="164592"/>
          </a:xfrm>
          <a:prstGeom prst="ellipse">
            <a:avLst/>
          </a:prstGeom>
          <a:solidFill>
            <a:srgbClr val="7EB8FF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3429000" y="3794760"/>
            <a:ext cx="2606040" cy="2606040"/>
          </a:xfrm>
          <a:prstGeom prst="roundRect">
            <a:avLst>
              <a:gd name="adj" fmla="val 7018"/>
            </a:avLst>
          </a:prstGeom>
          <a:solidFill>
            <a:srgbClr val="FFFFFF">
              <a:alpha val="65000"/>
            </a:srgbClr>
          </a:solidFill>
          <a:ln w="9525">
            <a:solidFill>
              <a:srgbClr val="C5E8DC">
                <a:alpha val="55000"/>
              </a:srgbClr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74820" y="4206240"/>
            <a:ext cx="914400" cy="91440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3429000" y="53492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3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Insight</a:t>
            </a:r>
            <a:endParaRPr lang="en-US" sz="1200" dirty="0"/>
          </a:p>
        </p:txBody>
      </p:sp>
      <p:sp>
        <p:nvSpPr>
          <p:cNvPr id="32" name="Text 24"/>
          <p:cNvSpPr/>
          <p:nvPr/>
        </p:nvSpPr>
        <p:spPr>
          <a:xfrm>
            <a:off x="3429000" y="56692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3B2E">
                    <a:alpha val="4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#FF9E7A</a:t>
            </a:r>
            <a:endParaRPr lang="en-US" sz="900" dirty="0"/>
          </a:p>
        </p:txBody>
      </p:sp>
      <p:sp>
        <p:nvSpPr>
          <p:cNvPr id="33" name="Shape 25"/>
          <p:cNvSpPr/>
          <p:nvPr/>
        </p:nvSpPr>
        <p:spPr>
          <a:xfrm>
            <a:off x="4649724" y="5989320"/>
            <a:ext cx="164592" cy="164592"/>
          </a:xfrm>
          <a:prstGeom prst="ellipse">
            <a:avLst/>
          </a:prstGeom>
          <a:solidFill>
            <a:srgbClr val="FF9E7A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Shape 26"/>
          <p:cNvSpPr/>
          <p:nvPr/>
        </p:nvSpPr>
        <p:spPr>
          <a:xfrm>
            <a:off x="6309360" y="3794760"/>
            <a:ext cx="2606040" cy="2606040"/>
          </a:xfrm>
          <a:prstGeom prst="roundRect">
            <a:avLst>
              <a:gd name="adj" fmla="val 7018"/>
            </a:avLst>
          </a:prstGeom>
          <a:solidFill>
            <a:srgbClr val="FFFFFF">
              <a:alpha val="65000"/>
            </a:srgbClr>
          </a:solidFill>
          <a:ln w="9525">
            <a:solidFill>
              <a:srgbClr val="C5E8DC">
                <a:alpha val="55000"/>
              </a:srgbClr>
            </a:solidFill>
            <a:prstDash val="solid"/>
          </a:ln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55180" y="4206240"/>
            <a:ext cx="914400" cy="914400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6309360" y="53492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3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Timeline</a:t>
            </a:r>
            <a:endParaRPr lang="en-US" sz="1200" dirty="0"/>
          </a:p>
        </p:txBody>
      </p:sp>
      <p:sp>
        <p:nvSpPr>
          <p:cNvPr id="37" name="Text 28"/>
          <p:cNvSpPr/>
          <p:nvPr/>
        </p:nvSpPr>
        <p:spPr>
          <a:xfrm>
            <a:off x="6309360" y="56692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3B2E">
                    <a:alpha val="4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#FFD166</a:t>
            </a:r>
            <a:endParaRPr lang="en-US" sz="900" dirty="0"/>
          </a:p>
        </p:txBody>
      </p:sp>
      <p:sp>
        <p:nvSpPr>
          <p:cNvPr id="38" name="Shape 29"/>
          <p:cNvSpPr/>
          <p:nvPr/>
        </p:nvSpPr>
        <p:spPr>
          <a:xfrm>
            <a:off x="7530084" y="5989320"/>
            <a:ext cx="164592" cy="164592"/>
          </a:xfrm>
          <a:prstGeom prst="ellipse">
            <a:avLst/>
          </a:prstGeom>
          <a:solidFill>
            <a:srgbClr val="FFD166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Shape 30"/>
          <p:cNvSpPr/>
          <p:nvPr/>
        </p:nvSpPr>
        <p:spPr>
          <a:xfrm>
            <a:off x="9189720" y="3794760"/>
            <a:ext cx="2606040" cy="2606040"/>
          </a:xfrm>
          <a:prstGeom prst="roundRect">
            <a:avLst>
              <a:gd name="adj" fmla="val 7018"/>
            </a:avLst>
          </a:prstGeom>
          <a:solidFill>
            <a:srgbClr val="FFFFFF">
              <a:alpha val="65000"/>
            </a:srgbClr>
          </a:solidFill>
          <a:ln w="9525">
            <a:solidFill>
              <a:srgbClr val="C5E8DC">
                <a:alpha val="55000"/>
              </a:srgbClr>
            </a:solidFill>
            <a:prstDash val="solid"/>
          </a:ln>
        </p:spPr>
      </p:sp>
      <p:pic>
        <p:nvPicPr>
          <p:cNvPr id="4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35540" y="4206240"/>
            <a:ext cx="914400" cy="914400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9189720" y="53492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3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Planning</a:t>
            </a:r>
            <a:endParaRPr lang="en-US" sz="1200" dirty="0"/>
          </a:p>
        </p:txBody>
      </p:sp>
      <p:sp>
        <p:nvSpPr>
          <p:cNvPr id="42" name="Text 32"/>
          <p:cNvSpPr/>
          <p:nvPr/>
        </p:nvSpPr>
        <p:spPr>
          <a:xfrm>
            <a:off x="9189720" y="56692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3B2E">
                    <a:alpha val="4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#7CFFC4</a:t>
            </a:r>
            <a:endParaRPr lang="en-US" sz="900" dirty="0"/>
          </a:p>
        </p:txBody>
      </p:sp>
      <p:sp>
        <p:nvSpPr>
          <p:cNvPr id="43" name="Shape 33"/>
          <p:cNvSpPr/>
          <p:nvPr/>
        </p:nvSpPr>
        <p:spPr>
          <a:xfrm>
            <a:off x="10410444" y="5989320"/>
            <a:ext cx="164592" cy="164592"/>
          </a:xfrm>
          <a:prstGeom prst="ellipse">
            <a:avLst/>
          </a:prstGeom>
          <a:solidFill>
            <a:srgbClr val="7CFFC4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1828800"/>
            <a:ext cx="6400800" cy="6400800"/>
          </a:xfrm>
          <a:prstGeom prst="ellipse">
            <a:avLst/>
          </a:prstGeom>
          <a:solidFill>
            <a:srgbClr val="FFD166">
              <a:alpha val="1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D3B2E">
                    <a:alpha val="50000"/>
                  </a:srgbClr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BUSINESS &amp; VALUE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2606040" cy="2606040"/>
          </a:xfrm>
          <a:prstGeom prst="roundRect">
            <a:avLst>
              <a:gd name="adj" fmla="val 7018"/>
            </a:avLst>
          </a:prstGeom>
          <a:solidFill>
            <a:srgbClr val="FFFFFF">
              <a:alpha val="65000"/>
            </a:srgbClr>
          </a:solidFill>
          <a:ln w="9525">
            <a:solidFill>
              <a:srgbClr val="C5E8DC">
                <a:alpha val="5500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4460" y="1325880"/>
            <a:ext cx="914400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4688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3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27889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3B2E">
                    <a:alpha val="4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#FFD166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769364" y="3108960"/>
            <a:ext cx="164592" cy="164592"/>
          </a:xfrm>
          <a:prstGeom prst="ellipse">
            <a:avLst/>
          </a:prstGeom>
          <a:solidFill>
            <a:srgbClr val="FFD166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429000" y="914400"/>
            <a:ext cx="2606040" cy="2606040"/>
          </a:xfrm>
          <a:prstGeom prst="roundRect">
            <a:avLst>
              <a:gd name="adj" fmla="val 7018"/>
            </a:avLst>
          </a:prstGeom>
          <a:solidFill>
            <a:srgbClr val="FFFFFF">
              <a:alpha val="65000"/>
            </a:srgbClr>
          </a:solidFill>
          <a:ln w="9525">
            <a:solidFill>
              <a:srgbClr val="C5E8DC">
                <a:alpha val="55000"/>
              </a:srgbClr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4820" y="1325880"/>
            <a:ext cx="914400" cy="9144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429000" y="24688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3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Global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3429000" y="27889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3B2E">
                    <a:alpha val="4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#7EB8FF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4649724" y="3108960"/>
            <a:ext cx="164592" cy="164592"/>
          </a:xfrm>
          <a:prstGeom prst="ellipse">
            <a:avLst/>
          </a:prstGeom>
          <a:solidFill>
            <a:srgbClr val="7EB8FF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309360" y="914400"/>
            <a:ext cx="2606040" cy="2606040"/>
          </a:xfrm>
          <a:prstGeom prst="roundRect">
            <a:avLst>
              <a:gd name="adj" fmla="val 7018"/>
            </a:avLst>
          </a:prstGeom>
          <a:solidFill>
            <a:srgbClr val="FFFFFF">
              <a:alpha val="65000"/>
            </a:srgbClr>
          </a:solidFill>
          <a:ln w="9525">
            <a:solidFill>
              <a:srgbClr val="C5E8DC">
                <a:alpha val="55000"/>
              </a:srgbClr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5180" y="1325880"/>
            <a:ext cx="914400" cy="9144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309360" y="24688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3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6309360" y="27889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3B2E">
                    <a:alpha val="4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#FF9E7A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7530084" y="3108960"/>
            <a:ext cx="164592" cy="164592"/>
          </a:xfrm>
          <a:prstGeom prst="ellipse">
            <a:avLst/>
          </a:prstGeom>
          <a:solidFill>
            <a:srgbClr val="FF9E7A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9189720" y="914400"/>
            <a:ext cx="2606040" cy="2606040"/>
          </a:xfrm>
          <a:prstGeom prst="roundRect">
            <a:avLst>
              <a:gd name="adj" fmla="val 7018"/>
            </a:avLst>
          </a:prstGeom>
          <a:solidFill>
            <a:srgbClr val="FFFFFF">
              <a:alpha val="65000"/>
            </a:srgbClr>
          </a:solidFill>
          <a:ln w="9525">
            <a:solidFill>
              <a:srgbClr val="C5E8DC">
                <a:alpha val="55000"/>
              </a:srgbClr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5540" y="1325880"/>
            <a:ext cx="914400" cy="9144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189720" y="24688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3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Certified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9189720" y="27889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3B2E">
                    <a:alpha val="4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#7CFFC4</a:t>
            </a:r>
            <a:endParaRPr lang="en-US" sz="900" dirty="0"/>
          </a:p>
        </p:txBody>
      </p:sp>
      <p:sp>
        <p:nvSpPr>
          <p:cNvPr id="23" name="Shape 17"/>
          <p:cNvSpPr/>
          <p:nvPr/>
        </p:nvSpPr>
        <p:spPr>
          <a:xfrm>
            <a:off x="10410444" y="3108960"/>
            <a:ext cx="164592" cy="164592"/>
          </a:xfrm>
          <a:prstGeom prst="ellipse">
            <a:avLst/>
          </a:prstGeom>
          <a:solidFill>
            <a:srgbClr val="7CFFC4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548640" y="3794760"/>
            <a:ext cx="2606040" cy="2606040"/>
          </a:xfrm>
          <a:prstGeom prst="roundRect">
            <a:avLst>
              <a:gd name="adj" fmla="val 7018"/>
            </a:avLst>
          </a:prstGeom>
          <a:solidFill>
            <a:srgbClr val="FFFFFF">
              <a:alpha val="65000"/>
            </a:srgbClr>
          </a:solidFill>
          <a:ln w="9525">
            <a:solidFill>
              <a:srgbClr val="C5E8DC">
                <a:alpha val="55000"/>
              </a:srgbClr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94460" y="4206240"/>
            <a:ext cx="914400" cy="91440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48640" y="53492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3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548640" y="56692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3B2E">
                    <a:alpha val="4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#7EB8FF</a:t>
            </a:r>
            <a:endParaRPr lang="en-US" sz="900" dirty="0"/>
          </a:p>
        </p:txBody>
      </p:sp>
      <p:sp>
        <p:nvSpPr>
          <p:cNvPr id="28" name="Shape 21"/>
          <p:cNvSpPr/>
          <p:nvPr/>
        </p:nvSpPr>
        <p:spPr>
          <a:xfrm>
            <a:off x="1769364" y="5989320"/>
            <a:ext cx="164592" cy="164592"/>
          </a:xfrm>
          <a:prstGeom prst="ellipse">
            <a:avLst/>
          </a:prstGeom>
          <a:solidFill>
            <a:srgbClr val="7EB8FF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3429000" y="3794760"/>
            <a:ext cx="2606040" cy="2606040"/>
          </a:xfrm>
          <a:prstGeom prst="roundRect">
            <a:avLst>
              <a:gd name="adj" fmla="val 7018"/>
            </a:avLst>
          </a:prstGeom>
          <a:solidFill>
            <a:srgbClr val="FFFFFF">
              <a:alpha val="65000"/>
            </a:srgbClr>
          </a:solidFill>
          <a:ln w="9525">
            <a:solidFill>
              <a:srgbClr val="C5E8DC">
                <a:alpha val="55000"/>
              </a:srgbClr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74820" y="4206240"/>
            <a:ext cx="914400" cy="91440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3429000" y="53492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3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Network</a:t>
            </a:r>
            <a:endParaRPr lang="en-US" sz="1200" dirty="0"/>
          </a:p>
        </p:txBody>
      </p:sp>
      <p:sp>
        <p:nvSpPr>
          <p:cNvPr id="32" name="Text 24"/>
          <p:cNvSpPr/>
          <p:nvPr/>
        </p:nvSpPr>
        <p:spPr>
          <a:xfrm>
            <a:off x="3429000" y="56692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3B2E">
                    <a:alpha val="4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#FF9E7A</a:t>
            </a:r>
            <a:endParaRPr lang="en-US" sz="900" dirty="0"/>
          </a:p>
        </p:txBody>
      </p:sp>
      <p:sp>
        <p:nvSpPr>
          <p:cNvPr id="33" name="Shape 25"/>
          <p:cNvSpPr/>
          <p:nvPr/>
        </p:nvSpPr>
        <p:spPr>
          <a:xfrm>
            <a:off x="4649724" y="5989320"/>
            <a:ext cx="164592" cy="164592"/>
          </a:xfrm>
          <a:prstGeom prst="ellipse">
            <a:avLst/>
          </a:prstGeom>
          <a:solidFill>
            <a:srgbClr val="FF9E7A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Shape 26"/>
          <p:cNvSpPr/>
          <p:nvPr/>
        </p:nvSpPr>
        <p:spPr>
          <a:xfrm>
            <a:off x="6309360" y="3794760"/>
            <a:ext cx="2606040" cy="2606040"/>
          </a:xfrm>
          <a:prstGeom prst="roundRect">
            <a:avLst>
              <a:gd name="adj" fmla="val 7018"/>
            </a:avLst>
          </a:prstGeom>
          <a:solidFill>
            <a:srgbClr val="FFFFFF">
              <a:alpha val="65000"/>
            </a:srgbClr>
          </a:solidFill>
          <a:ln w="9525">
            <a:solidFill>
              <a:srgbClr val="C5E8DC">
                <a:alpha val="55000"/>
              </a:srgbClr>
            </a:solidFill>
            <a:prstDash val="solid"/>
          </a:ln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55180" y="4206240"/>
            <a:ext cx="914400" cy="914400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6309360" y="53492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3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</a:t>
            </a:r>
            <a:endParaRPr lang="en-US" sz="1200" dirty="0"/>
          </a:p>
        </p:txBody>
      </p:sp>
      <p:sp>
        <p:nvSpPr>
          <p:cNvPr id="37" name="Text 28"/>
          <p:cNvSpPr/>
          <p:nvPr/>
        </p:nvSpPr>
        <p:spPr>
          <a:xfrm>
            <a:off x="6309360" y="56692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3B2E">
                    <a:alpha val="4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#FFD166</a:t>
            </a:r>
            <a:endParaRPr lang="en-US" sz="900" dirty="0"/>
          </a:p>
        </p:txBody>
      </p:sp>
      <p:sp>
        <p:nvSpPr>
          <p:cNvPr id="38" name="Shape 29"/>
          <p:cNvSpPr/>
          <p:nvPr/>
        </p:nvSpPr>
        <p:spPr>
          <a:xfrm>
            <a:off x="7530084" y="5989320"/>
            <a:ext cx="164592" cy="164592"/>
          </a:xfrm>
          <a:prstGeom prst="ellipse">
            <a:avLst/>
          </a:prstGeom>
          <a:solidFill>
            <a:srgbClr val="FFD166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Shape 30"/>
          <p:cNvSpPr/>
          <p:nvPr/>
        </p:nvSpPr>
        <p:spPr>
          <a:xfrm>
            <a:off x="9189720" y="3794760"/>
            <a:ext cx="2606040" cy="2606040"/>
          </a:xfrm>
          <a:prstGeom prst="roundRect">
            <a:avLst>
              <a:gd name="adj" fmla="val 7018"/>
            </a:avLst>
          </a:prstGeom>
          <a:solidFill>
            <a:srgbClr val="FFFFFF">
              <a:alpha val="65000"/>
            </a:srgbClr>
          </a:solidFill>
          <a:ln w="9525">
            <a:solidFill>
              <a:srgbClr val="C5E8DC">
                <a:alpha val="55000"/>
              </a:srgbClr>
            </a:solidFill>
            <a:prstDash val="solid"/>
          </a:ln>
        </p:spPr>
      </p:sp>
      <p:pic>
        <p:nvPicPr>
          <p:cNvPr id="4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35540" y="4206240"/>
            <a:ext cx="914400" cy="914400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9189720" y="53492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3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Partnership</a:t>
            </a:r>
            <a:endParaRPr lang="en-US" sz="1200" dirty="0"/>
          </a:p>
        </p:txBody>
      </p:sp>
      <p:sp>
        <p:nvSpPr>
          <p:cNvPr id="42" name="Text 32"/>
          <p:cNvSpPr/>
          <p:nvPr/>
        </p:nvSpPr>
        <p:spPr>
          <a:xfrm>
            <a:off x="9189720" y="56692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3B2E">
                    <a:alpha val="4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#7CFFC4</a:t>
            </a:r>
            <a:endParaRPr lang="en-US" sz="900" dirty="0"/>
          </a:p>
        </p:txBody>
      </p:sp>
      <p:sp>
        <p:nvSpPr>
          <p:cNvPr id="43" name="Shape 33"/>
          <p:cNvSpPr/>
          <p:nvPr/>
        </p:nvSpPr>
        <p:spPr>
          <a:xfrm>
            <a:off x="10410444" y="5989320"/>
            <a:ext cx="164592" cy="164592"/>
          </a:xfrm>
          <a:prstGeom prst="ellipse">
            <a:avLst/>
          </a:prstGeom>
          <a:solidFill>
            <a:srgbClr val="7CFFC4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0" y="2743200"/>
            <a:ext cx="6400800" cy="6400800"/>
          </a:xfrm>
          <a:prstGeom prst="ellipse">
            <a:avLst/>
          </a:prstGeom>
          <a:solidFill>
            <a:srgbClr val="7CFFC4">
              <a:alpha val="1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D3B2E">
                    <a:alpha val="50000"/>
                  </a:srgbClr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BRAND &amp; IDENTITY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2606040" cy="2606040"/>
          </a:xfrm>
          <a:prstGeom prst="roundRect">
            <a:avLst>
              <a:gd name="adj" fmla="val 7018"/>
            </a:avLst>
          </a:prstGeom>
          <a:solidFill>
            <a:srgbClr val="FFFFFF">
              <a:alpha val="65000"/>
            </a:srgbClr>
          </a:solidFill>
          <a:ln w="9525">
            <a:solidFill>
              <a:srgbClr val="C5E8DC">
                <a:alpha val="5500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4460" y="1325880"/>
            <a:ext cx="914400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4688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3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Inclusion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27889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3B2E">
                    <a:alpha val="4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#FF9E7A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769364" y="3108960"/>
            <a:ext cx="164592" cy="164592"/>
          </a:xfrm>
          <a:prstGeom prst="ellipse">
            <a:avLst/>
          </a:prstGeom>
          <a:solidFill>
            <a:srgbClr val="FF9E7A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429000" y="914400"/>
            <a:ext cx="2606040" cy="2606040"/>
          </a:xfrm>
          <a:prstGeom prst="roundRect">
            <a:avLst>
              <a:gd name="adj" fmla="val 7018"/>
            </a:avLst>
          </a:prstGeom>
          <a:solidFill>
            <a:srgbClr val="FFFFFF">
              <a:alpha val="65000"/>
            </a:srgbClr>
          </a:solidFill>
          <a:ln w="9525">
            <a:solidFill>
              <a:srgbClr val="C5E8DC">
                <a:alpha val="55000"/>
              </a:srgbClr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4820" y="1325880"/>
            <a:ext cx="914400" cy="9144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429000" y="24688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3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Success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3429000" y="27889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3B2E">
                    <a:alpha val="4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#FFD166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4649724" y="3108960"/>
            <a:ext cx="164592" cy="164592"/>
          </a:xfrm>
          <a:prstGeom prst="ellipse">
            <a:avLst/>
          </a:prstGeom>
          <a:solidFill>
            <a:srgbClr val="FFD166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309360" y="914400"/>
            <a:ext cx="2606040" cy="2606040"/>
          </a:xfrm>
          <a:prstGeom prst="roundRect">
            <a:avLst>
              <a:gd name="adj" fmla="val 7018"/>
            </a:avLst>
          </a:prstGeom>
          <a:solidFill>
            <a:srgbClr val="FFFFFF">
              <a:alpha val="65000"/>
            </a:srgbClr>
          </a:solidFill>
          <a:ln w="9525">
            <a:solidFill>
              <a:srgbClr val="C5E8DC">
                <a:alpha val="55000"/>
              </a:srgbClr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5180" y="1325880"/>
            <a:ext cx="914400" cy="9144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309360" y="24688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3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Startup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6309360" y="27889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3B2E">
                    <a:alpha val="4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#7CFFC4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7530084" y="3108960"/>
            <a:ext cx="164592" cy="164592"/>
          </a:xfrm>
          <a:prstGeom prst="ellipse">
            <a:avLst/>
          </a:prstGeom>
          <a:solidFill>
            <a:srgbClr val="7CFFC4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9189720" y="914400"/>
            <a:ext cx="2606040" cy="2606040"/>
          </a:xfrm>
          <a:prstGeom prst="roundRect">
            <a:avLst>
              <a:gd name="adj" fmla="val 7018"/>
            </a:avLst>
          </a:prstGeom>
          <a:solidFill>
            <a:srgbClr val="FFFFFF">
              <a:alpha val="65000"/>
            </a:srgbClr>
          </a:solidFill>
          <a:ln w="9525">
            <a:solidFill>
              <a:srgbClr val="C5E8DC">
                <a:alpha val="55000"/>
              </a:srgbClr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5540" y="1325880"/>
            <a:ext cx="914400" cy="9144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189720" y="24688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3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Transparency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9189720" y="27889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3B2E">
                    <a:alpha val="4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#7EB8FF</a:t>
            </a:r>
            <a:endParaRPr lang="en-US" sz="900" dirty="0"/>
          </a:p>
        </p:txBody>
      </p:sp>
      <p:sp>
        <p:nvSpPr>
          <p:cNvPr id="23" name="Shape 17"/>
          <p:cNvSpPr/>
          <p:nvPr/>
        </p:nvSpPr>
        <p:spPr>
          <a:xfrm>
            <a:off x="10410444" y="3108960"/>
            <a:ext cx="164592" cy="164592"/>
          </a:xfrm>
          <a:prstGeom prst="ellipse">
            <a:avLst/>
          </a:prstGeom>
          <a:solidFill>
            <a:srgbClr val="7EB8FF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548640" y="3794760"/>
            <a:ext cx="2606040" cy="2606040"/>
          </a:xfrm>
          <a:prstGeom prst="roundRect">
            <a:avLst>
              <a:gd name="adj" fmla="val 7018"/>
            </a:avLst>
          </a:prstGeom>
          <a:solidFill>
            <a:srgbClr val="FFFFFF">
              <a:alpha val="65000"/>
            </a:srgbClr>
          </a:solidFill>
          <a:ln w="9525">
            <a:solidFill>
              <a:srgbClr val="C5E8DC">
                <a:alpha val="55000"/>
              </a:srgbClr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94460" y="4206240"/>
            <a:ext cx="914400" cy="91440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48640" y="53492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3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Trust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548640" y="56692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3B2E">
                    <a:alpha val="4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#7EB8FF</a:t>
            </a:r>
            <a:endParaRPr lang="en-US" sz="900" dirty="0"/>
          </a:p>
        </p:txBody>
      </p:sp>
      <p:sp>
        <p:nvSpPr>
          <p:cNvPr id="28" name="Shape 21"/>
          <p:cNvSpPr/>
          <p:nvPr/>
        </p:nvSpPr>
        <p:spPr>
          <a:xfrm>
            <a:off x="1769364" y="5989320"/>
            <a:ext cx="164592" cy="164592"/>
          </a:xfrm>
          <a:prstGeom prst="ellipse">
            <a:avLst/>
          </a:prstGeom>
          <a:solidFill>
            <a:srgbClr val="7EB8FF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3429000" y="3794760"/>
            <a:ext cx="2606040" cy="2606040"/>
          </a:xfrm>
          <a:prstGeom prst="roundRect">
            <a:avLst>
              <a:gd name="adj" fmla="val 7018"/>
            </a:avLst>
          </a:prstGeom>
          <a:solidFill>
            <a:srgbClr val="FFFFFF">
              <a:alpha val="65000"/>
            </a:srgbClr>
          </a:solidFill>
          <a:ln w="9525">
            <a:solidFill>
              <a:srgbClr val="C5E8DC">
                <a:alpha val="55000"/>
              </a:srgbClr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74820" y="4206240"/>
            <a:ext cx="914400" cy="91440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3429000" y="53492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3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Break Through</a:t>
            </a:r>
            <a:endParaRPr lang="en-US" sz="1200" dirty="0"/>
          </a:p>
        </p:txBody>
      </p:sp>
      <p:sp>
        <p:nvSpPr>
          <p:cNvPr id="32" name="Text 24"/>
          <p:cNvSpPr/>
          <p:nvPr/>
        </p:nvSpPr>
        <p:spPr>
          <a:xfrm>
            <a:off x="3429000" y="56692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3B2E">
                    <a:alpha val="4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#FF9E7A</a:t>
            </a:r>
            <a:endParaRPr lang="en-US" sz="900" dirty="0"/>
          </a:p>
        </p:txBody>
      </p:sp>
      <p:sp>
        <p:nvSpPr>
          <p:cNvPr id="33" name="Shape 25"/>
          <p:cNvSpPr/>
          <p:nvPr/>
        </p:nvSpPr>
        <p:spPr>
          <a:xfrm>
            <a:off x="4649724" y="5989320"/>
            <a:ext cx="164592" cy="164592"/>
          </a:xfrm>
          <a:prstGeom prst="ellipse">
            <a:avLst/>
          </a:prstGeom>
          <a:solidFill>
            <a:srgbClr val="FF9E7A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Shape 26"/>
          <p:cNvSpPr/>
          <p:nvPr/>
        </p:nvSpPr>
        <p:spPr>
          <a:xfrm>
            <a:off x="6309360" y="3794760"/>
            <a:ext cx="2606040" cy="2606040"/>
          </a:xfrm>
          <a:prstGeom prst="roundRect">
            <a:avLst>
              <a:gd name="adj" fmla="val 7018"/>
            </a:avLst>
          </a:prstGeom>
          <a:solidFill>
            <a:srgbClr val="FFFFFF">
              <a:alpha val="65000"/>
            </a:srgbClr>
          </a:solidFill>
          <a:ln w="9525">
            <a:solidFill>
              <a:srgbClr val="C5E8DC">
                <a:alpha val="55000"/>
              </a:srgbClr>
            </a:solidFill>
            <a:prstDash val="solid"/>
          </a:ln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55180" y="4206240"/>
            <a:ext cx="914400" cy="914400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6309360" y="53492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3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Premium</a:t>
            </a:r>
            <a:endParaRPr lang="en-US" sz="1200" dirty="0"/>
          </a:p>
        </p:txBody>
      </p:sp>
      <p:sp>
        <p:nvSpPr>
          <p:cNvPr id="37" name="Text 28"/>
          <p:cNvSpPr/>
          <p:nvPr/>
        </p:nvSpPr>
        <p:spPr>
          <a:xfrm>
            <a:off x="6309360" y="56692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3B2E">
                    <a:alpha val="4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#FFD166</a:t>
            </a:r>
            <a:endParaRPr lang="en-US" sz="900" dirty="0"/>
          </a:p>
        </p:txBody>
      </p:sp>
      <p:sp>
        <p:nvSpPr>
          <p:cNvPr id="38" name="Shape 29"/>
          <p:cNvSpPr/>
          <p:nvPr/>
        </p:nvSpPr>
        <p:spPr>
          <a:xfrm>
            <a:off x="7530084" y="5989320"/>
            <a:ext cx="164592" cy="164592"/>
          </a:xfrm>
          <a:prstGeom prst="ellipse">
            <a:avLst/>
          </a:prstGeom>
          <a:solidFill>
            <a:srgbClr val="FFD166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Shape 30"/>
          <p:cNvSpPr/>
          <p:nvPr/>
        </p:nvSpPr>
        <p:spPr>
          <a:xfrm>
            <a:off x="9189720" y="3794760"/>
            <a:ext cx="2606040" cy="2606040"/>
          </a:xfrm>
          <a:prstGeom prst="roundRect">
            <a:avLst>
              <a:gd name="adj" fmla="val 7018"/>
            </a:avLst>
          </a:prstGeom>
          <a:solidFill>
            <a:srgbClr val="FFFFFF">
              <a:alpha val="65000"/>
            </a:srgbClr>
          </a:solidFill>
          <a:ln w="9525">
            <a:solidFill>
              <a:srgbClr val="C5E8DC">
                <a:alpha val="55000"/>
              </a:srgbClr>
            </a:solidFill>
            <a:prstDash val="solid"/>
          </a:ln>
        </p:spPr>
      </p:sp>
      <p:pic>
        <p:nvPicPr>
          <p:cNvPr id="4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35540" y="4206240"/>
            <a:ext cx="914400" cy="914400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9189720" y="53492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3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Excellence</a:t>
            </a:r>
            <a:endParaRPr lang="en-US" sz="1200" dirty="0"/>
          </a:p>
        </p:txBody>
      </p:sp>
      <p:sp>
        <p:nvSpPr>
          <p:cNvPr id="42" name="Text 32"/>
          <p:cNvSpPr/>
          <p:nvPr/>
        </p:nvSpPr>
        <p:spPr>
          <a:xfrm>
            <a:off x="9189720" y="56692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3B2E">
                    <a:alpha val="4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#7CFFC4</a:t>
            </a:r>
            <a:endParaRPr lang="en-US" sz="900" dirty="0"/>
          </a:p>
        </p:txBody>
      </p:sp>
      <p:sp>
        <p:nvSpPr>
          <p:cNvPr id="43" name="Shape 33"/>
          <p:cNvSpPr/>
          <p:nvPr/>
        </p:nvSpPr>
        <p:spPr>
          <a:xfrm>
            <a:off x="10410444" y="5989320"/>
            <a:ext cx="164592" cy="164592"/>
          </a:xfrm>
          <a:prstGeom prst="ellipse">
            <a:avLst/>
          </a:prstGeom>
          <a:solidFill>
            <a:srgbClr val="7CFFC4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0"/>
            <a:ext cx="7315200" cy="7315200"/>
          </a:xfrm>
          <a:prstGeom prst="ellipse">
            <a:avLst/>
          </a:prstGeom>
          <a:solidFill>
            <a:srgbClr val="7EB8FF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3B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All Icons — Quick Reference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1234440" cy="1645920"/>
          </a:xfrm>
          <a:prstGeom prst="roundRect">
            <a:avLst>
              <a:gd name="adj" fmla="val 14815"/>
            </a:avLst>
          </a:prstGeom>
          <a:solidFill>
            <a:srgbClr val="FFFFFF">
              <a:alpha val="65000"/>
            </a:srgbClr>
          </a:solidFill>
          <a:ln w="9525">
            <a:solidFill>
              <a:srgbClr val="C5E8DC">
                <a:alpha val="5500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105156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173736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D3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Diagnose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928116" y="2148840"/>
            <a:ext cx="109728" cy="109728"/>
          </a:xfrm>
          <a:prstGeom prst="ellipse">
            <a:avLst/>
          </a:prstGeom>
          <a:solidFill>
            <a:srgbClr val="7EB8FF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828800" y="868680"/>
            <a:ext cx="1234440" cy="1645920"/>
          </a:xfrm>
          <a:prstGeom prst="roundRect">
            <a:avLst>
              <a:gd name="adj" fmla="val 14815"/>
            </a:avLst>
          </a:prstGeom>
          <a:solidFill>
            <a:srgbClr val="FFFFFF">
              <a:alpha val="65000"/>
            </a:srgbClr>
          </a:solidFill>
          <a:ln w="9525">
            <a:solidFill>
              <a:srgbClr val="C5E8DC">
                <a:alpha val="55000"/>
              </a:srgbClr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1700" y="1051560"/>
            <a:ext cx="548640" cy="5486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828800" y="173736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D3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Strategise</a:t>
            </a:r>
            <a:endParaRPr lang="en-US" sz="800" dirty="0"/>
          </a:p>
        </p:txBody>
      </p:sp>
      <p:sp>
        <p:nvSpPr>
          <p:cNvPr id="11" name="Shape 7"/>
          <p:cNvSpPr/>
          <p:nvPr/>
        </p:nvSpPr>
        <p:spPr>
          <a:xfrm>
            <a:off x="2391156" y="2148840"/>
            <a:ext cx="109728" cy="109728"/>
          </a:xfrm>
          <a:prstGeom prst="ellipse">
            <a:avLst/>
          </a:prstGeom>
          <a:solidFill>
            <a:srgbClr val="FF9E7A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3291840" y="868680"/>
            <a:ext cx="1234440" cy="1645920"/>
          </a:xfrm>
          <a:prstGeom prst="roundRect">
            <a:avLst>
              <a:gd name="adj" fmla="val 14815"/>
            </a:avLst>
          </a:prstGeom>
          <a:solidFill>
            <a:srgbClr val="FFFFFF">
              <a:alpha val="65000"/>
            </a:srgbClr>
          </a:solidFill>
          <a:ln w="9525">
            <a:solidFill>
              <a:srgbClr val="C5E8DC">
                <a:alpha val="55000"/>
              </a:srgbClr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4740" y="1051560"/>
            <a:ext cx="548640" cy="5486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291840" y="173736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D3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&amp; Test</a:t>
            </a:r>
            <a:endParaRPr lang="en-US" sz="800" dirty="0"/>
          </a:p>
        </p:txBody>
      </p:sp>
      <p:sp>
        <p:nvSpPr>
          <p:cNvPr id="15" name="Shape 10"/>
          <p:cNvSpPr/>
          <p:nvPr/>
        </p:nvSpPr>
        <p:spPr>
          <a:xfrm>
            <a:off x="3854196" y="2148840"/>
            <a:ext cx="109728" cy="109728"/>
          </a:xfrm>
          <a:prstGeom prst="ellipse">
            <a:avLst/>
          </a:prstGeom>
          <a:solidFill>
            <a:srgbClr val="FFD166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4754880" y="868680"/>
            <a:ext cx="1234440" cy="1645920"/>
          </a:xfrm>
          <a:prstGeom prst="roundRect">
            <a:avLst>
              <a:gd name="adj" fmla="val 14815"/>
            </a:avLst>
          </a:prstGeom>
          <a:solidFill>
            <a:srgbClr val="FFFFFF">
              <a:alpha val="65000"/>
            </a:srgbClr>
          </a:solidFill>
          <a:ln w="9525">
            <a:solidFill>
              <a:srgbClr val="C5E8DC">
                <a:alpha val="55000"/>
              </a:srgbClr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7780" y="1051560"/>
            <a:ext cx="548640" cy="5486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754880" y="173736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D3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</a:t>
            </a:r>
            <a:endParaRPr lang="en-US" sz="800" dirty="0"/>
          </a:p>
        </p:txBody>
      </p:sp>
      <p:sp>
        <p:nvSpPr>
          <p:cNvPr id="19" name="Shape 13"/>
          <p:cNvSpPr/>
          <p:nvPr/>
        </p:nvSpPr>
        <p:spPr>
          <a:xfrm>
            <a:off x="5317236" y="2148840"/>
            <a:ext cx="109728" cy="109728"/>
          </a:xfrm>
          <a:prstGeom prst="ellipse">
            <a:avLst/>
          </a:prstGeom>
          <a:solidFill>
            <a:srgbClr val="7CFFC4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6217920" y="868680"/>
            <a:ext cx="1234440" cy="1645920"/>
          </a:xfrm>
          <a:prstGeom prst="roundRect">
            <a:avLst>
              <a:gd name="adj" fmla="val 14815"/>
            </a:avLst>
          </a:prstGeom>
          <a:solidFill>
            <a:srgbClr val="FFFFFF">
              <a:alpha val="65000"/>
            </a:srgbClr>
          </a:solidFill>
          <a:ln w="9525">
            <a:solidFill>
              <a:srgbClr val="C5E8DC">
                <a:alpha val="55000"/>
              </a:srgbClr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0820" y="1051560"/>
            <a:ext cx="548640" cy="54864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217920" y="173736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D3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Scale</a:t>
            </a:r>
            <a:endParaRPr lang="en-US" sz="800" dirty="0"/>
          </a:p>
        </p:txBody>
      </p:sp>
      <p:sp>
        <p:nvSpPr>
          <p:cNvPr id="23" name="Shape 16"/>
          <p:cNvSpPr/>
          <p:nvPr/>
        </p:nvSpPr>
        <p:spPr>
          <a:xfrm>
            <a:off x="6780276" y="2148840"/>
            <a:ext cx="109728" cy="109728"/>
          </a:xfrm>
          <a:prstGeom prst="ellipse">
            <a:avLst/>
          </a:prstGeom>
          <a:solidFill>
            <a:srgbClr val="7EB8FF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7680960" y="868680"/>
            <a:ext cx="1234440" cy="1645920"/>
          </a:xfrm>
          <a:prstGeom prst="roundRect">
            <a:avLst>
              <a:gd name="adj" fmla="val 14815"/>
            </a:avLst>
          </a:prstGeom>
          <a:solidFill>
            <a:srgbClr val="FFFFFF">
              <a:alpha val="65000"/>
            </a:srgbClr>
          </a:solidFill>
          <a:ln w="9525">
            <a:solidFill>
              <a:srgbClr val="C5E8DC">
                <a:alpha val="55000"/>
              </a:srgbClr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23860" y="1051560"/>
            <a:ext cx="548640" cy="54864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680960" y="173736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D3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Insight</a:t>
            </a:r>
            <a:endParaRPr lang="en-US" sz="800" dirty="0"/>
          </a:p>
        </p:txBody>
      </p:sp>
      <p:sp>
        <p:nvSpPr>
          <p:cNvPr id="27" name="Shape 19"/>
          <p:cNvSpPr/>
          <p:nvPr/>
        </p:nvSpPr>
        <p:spPr>
          <a:xfrm>
            <a:off x="8243316" y="2148840"/>
            <a:ext cx="109728" cy="109728"/>
          </a:xfrm>
          <a:prstGeom prst="ellipse">
            <a:avLst/>
          </a:prstGeom>
          <a:solidFill>
            <a:srgbClr val="FF9E7A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Shape 20"/>
          <p:cNvSpPr/>
          <p:nvPr/>
        </p:nvSpPr>
        <p:spPr>
          <a:xfrm>
            <a:off x="9144000" y="868680"/>
            <a:ext cx="1234440" cy="1645920"/>
          </a:xfrm>
          <a:prstGeom prst="roundRect">
            <a:avLst>
              <a:gd name="adj" fmla="val 14815"/>
            </a:avLst>
          </a:prstGeom>
          <a:solidFill>
            <a:srgbClr val="FFFFFF">
              <a:alpha val="65000"/>
            </a:srgbClr>
          </a:solidFill>
          <a:ln w="9525">
            <a:solidFill>
              <a:srgbClr val="C5E8DC">
                <a:alpha val="55000"/>
              </a:srgbClr>
            </a:solidFill>
            <a:prstDash val="solid"/>
          </a:ln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86900" y="1051560"/>
            <a:ext cx="548640" cy="54864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9144000" y="173736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D3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Timeline</a:t>
            </a:r>
            <a:endParaRPr lang="en-US" sz="800" dirty="0"/>
          </a:p>
        </p:txBody>
      </p:sp>
      <p:sp>
        <p:nvSpPr>
          <p:cNvPr id="31" name="Shape 22"/>
          <p:cNvSpPr/>
          <p:nvPr/>
        </p:nvSpPr>
        <p:spPr>
          <a:xfrm>
            <a:off x="9706356" y="2148840"/>
            <a:ext cx="109728" cy="109728"/>
          </a:xfrm>
          <a:prstGeom prst="ellipse">
            <a:avLst/>
          </a:prstGeom>
          <a:solidFill>
            <a:srgbClr val="FFD166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Shape 23"/>
          <p:cNvSpPr/>
          <p:nvPr/>
        </p:nvSpPr>
        <p:spPr>
          <a:xfrm>
            <a:off x="10607040" y="868680"/>
            <a:ext cx="1234440" cy="1645920"/>
          </a:xfrm>
          <a:prstGeom prst="roundRect">
            <a:avLst>
              <a:gd name="adj" fmla="val 14815"/>
            </a:avLst>
          </a:prstGeom>
          <a:solidFill>
            <a:srgbClr val="FFFFFF">
              <a:alpha val="65000"/>
            </a:srgbClr>
          </a:solidFill>
          <a:ln w="9525">
            <a:solidFill>
              <a:srgbClr val="C5E8DC">
                <a:alpha val="55000"/>
              </a:srgbClr>
            </a:solidFill>
            <a:prstDash val="solid"/>
          </a:ln>
        </p:spPr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49940" y="1051560"/>
            <a:ext cx="548640" cy="548640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10607040" y="173736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D3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Planning</a:t>
            </a:r>
            <a:endParaRPr lang="en-US" sz="800" dirty="0"/>
          </a:p>
        </p:txBody>
      </p:sp>
      <p:sp>
        <p:nvSpPr>
          <p:cNvPr id="35" name="Shape 25"/>
          <p:cNvSpPr/>
          <p:nvPr/>
        </p:nvSpPr>
        <p:spPr>
          <a:xfrm>
            <a:off x="11169396" y="2148840"/>
            <a:ext cx="109728" cy="109728"/>
          </a:xfrm>
          <a:prstGeom prst="ellipse">
            <a:avLst/>
          </a:prstGeom>
          <a:solidFill>
            <a:srgbClr val="7CFFC4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Shape 26"/>
          <p:cNvSpPr/>
          <p:nvPr/>
        </p:nvSpPr>
        <p:spPr>
          <a:xfrm>
            <a:off x="365760" y="2788920"/>
            <a:ext cx="1234440" cy="1645920"/>
          </a:xfrm>
          <a:prstGeom prst="roundRect">
            <a:avLst>
              <a:gd name="adj" fmla="val 14815"/>
            </a:avLst>
          </a:prstGeom>
          <a:solidFill>
            <a:srgbClr val="FFFFFF">
              <a:alpha val="65000"/>
            </a:srgbClr>
          </a:solidFill>
          <a:ln w="9525">
            <a:solidFill>
              <a:srgbClr val="C5E8DC">
                <a:alpha val="55000"/>
              </a:srgbClr>
            </a:solidFill>
            <a:prstDash val="solid"/>
          </a:ln>
        </p:spPr>
      </p:sp>
      <p:pic>
        <p:nvPicPr>
          <p:cNvPr id="3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8660" y="2971800"/>
            <a:ext cx="548640" cy="548640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365760" y="365760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D3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</a:t>
            </a:r>
            <a:endParaRPr lang="en-US" sz="800" dirty="0"/>
          </a:p>
        </p:txBody>
      </p:sp>
      <p:sp>
        <p:nvSpPr>
          <p:cNvPr id="39" name="Shape 28"/>
          <p:cNvSpPr/>
          <p:nvPr/>
        </p:nvSpPr>
        <p:spPr>
          <a:xfrm>
            <a:off x="928116" y="4069080"/>
            <a:ext cx="109728" cy="109728"/>
          </a:xfrm>
          <a:prstGeom prst="ellipse">
            <a:avLst/>
          </a:prstGeom>
          <a:solidFill>
            <a:srgbClr val="FFD166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Shape 29"/>
          <p:cNvSpPr/>
          <p:nvPr/>
        </p:nvSpPr>
        <p:spPr>
          <a:xfrm>
            <a:off x="1828800" y="2788920"/>
            <a:ext cx="1234440" cy="1645920"/>
          </a:xfrm>
          <a:prstGeom prst="roundRect">
            <a:avLst>
              <a:gd name="adj" fmla="val 14815"/>
            </a:avLst>
          </a:prstGeom>
          <a:solidFill>
            <a:srgbClr val="FFFFFF">
              <a:alpha val="65000"/>
            </a:srgbClr>
          </a:solidFill>
          <a:ln w="9525">
            <a:solidFill>
              <a:srgbClr val="C5E8DC">
                <a:alpha val="55000"/>
              </a:srgbClr>
            </a:solidFill>
            <a:prstDash val="solid"/>
          </a:ln>
        </p:spPr>
      </p:sp>
      <p:pic>
        <p:nvPicPr>
          <p:cNvPr id="4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71700" y="2971800"/>
            <a:ext cx="548640" cy="548640"/>
          </a:xfrm>
          <a:prstGeom prst="rect">
            <a:avLst/>
          </a:prstGeom>
        </p:spPr>
      </p:pic>
      <p:sp>
        <p:nvSpPr>
          <p:cNvPr id="42" name="Text 30"/>
          <p:cNvSpPr/>
          <p:nvPr/>
        </p:nvSpPr>
        <p:spPr>
          <a:xfrm>
            <a:off x="1828800" y="365760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D3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Global</a:t>
            </a:r>
            <a:endParaRPr lang="en-US" sz="800" dirty="0"/>
          </a:p>
        </p:txBody>
      </p:sp>
      <p:sp>
        <p:nvSpPr>
          <p:cNvPr id="43" name="Shape 31"/>
          <p:cNvSpPr/>
          <p:nvPr/>
        </p:nvSpPr>
        <p:spPr>
          <a:xfrm>
            <a:off x="2391156" y="4069080"/>
            <a:ext cx="109728" cy="109728"/>
          </a:xfrm>
          <a:prstGeom prst="ellipse">
            <a:avLst/>
          </a:prstGeom>
          <a:solidFill>
            <a:srgbClr val="7EB8FF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Shape 32"/>
          <p:cNvSpPr/>
          <p:nvPr/>
        </p:nvSpPr>
        <p:spPr>
          <a:xfrm>
            <a:off x="3291840" y="2788920"/>
            <a:ext cx="1234440" cy="1645920"/>
          </a:xfrm>
          <a:prstGeom prst="roundRect">
            <a:avLst>
              <a:gd name="adj" fmla="val 14815"/>
            </a:avLst>
          </a:prstGeom>
          <a:solidFill>
            <a:srgbClr val="FFFFFF">
              <a:alpha val="65000"/>
            </a:srgbClr>
          </a:solidFill>
          <a:ln w="9525">
            <a:solidFill>
              <a:srgbClr val="C5E8DC">
                <a:alpha val="55000"/>
              </a:srgbClr>
            </a:solidFill>
            <a:prstDash val="solid"/>
          </a:ln>
        </p:spPr>
      </p:sp>
      <p:pic>
        <p:nvPicPr>
          <p:cNvPr id="4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634740" y="2971800"/>
            <a:ext cx="548640" cy="548640"/>
          </a:xfrm>
          <a:prstGeom prst="rect">
            <a:avLst/>
          </a:prstGeom>
        </p:spPr>
      </p:pic>
      <p:sp>
        <p:nvSpPr>
          <p:cNvPr id="46" name="Text 33"/>
          <p:cNvSpPr/>
          <p:nvPr/>
        </p:nvSpPr>
        <p:spPr>
          <a:xfrm>
            <a:off x="3291840" y="365760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D3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</a:t>
            </a:r>
            <a:endParaRPr lang="en-US" sz="800" dirty="0"/>
          </a:p>
        </p:txBody>
      </p:sp>
      <p:sp>
        <p:nvSpPr>
          <p:cNvPr id="47" name="Shape 34"/>
          <p:cNvSpPr/>
          <p:nvPr/>
        </p:nvSpPr>
        <p:spPr>
          <a:xfrm>
            <a:off x="3854196" y="4069080"/>
            <a:ext cx="109728" cy="109728"/>
          </a:xfrm>
          <a:prstGeom prst="ellipse">
            <a:avLst/>
          </a:prstGeom>
          <a:solidFill>
            <a:srgbClr val="FF9E7A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Shape 35"/>
          <p:cNvSpPr/>
          <p:nvPr/>
        </p:nvSpPr>
        <p:spPr>
          <a:xfrm>
            <a:off x="4754880" y="2788920"/>
            <a:ext cx="1234440" cy="1645920"/>
          </a:xfrm>
          <a:prstGeom prst="roundRect">
            <a:avLst>
              <a:gd name="adj" fmla="val 14815"/>
            </a:avLst>
          </a:prstGeom>
          <a:solidFill>
            <a:srgbClr val="FFFFFF">
              <a:alpha val="65000"/>
            </a:srgbClr>
          </a:solidFill>
          <a:ln w="9525">
            <a:solidFill>
              <a:srgbClr val="C5E8DC">
                <a:alpha val="55000"/>
              </a:srgbClr>
            </a:solidFill>
            <a:prstDash val="solid"/>
          </a:ln>
        </p:spPr>
      </p:sp>
      <p:pic>
        <p:nvPicPr>
          <p:cNvPr id="4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97780" y="2971800"/>
            <a:ext cx="548640" cy="548640"/>
          </a:xfrm>
          <a:prstGeom prst="rect">
            <a:avLst/>
          </a:prstGeom>
        </p:spPr>
      </p:pic>
      <p:sp>
        <p:nvSpPr>
          <p:cNvPr id="50" name="Text 36"/>
          <p:cNvSpPr/>
          <p:nvPr/>
        </p:nvSpPr>
        <p:spPr>
          <a:xfrm>
            <a:off x="4754880" y="365760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D3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Certified</a:t>
            </a:r>
            <a:endParaRPr lang="en-US" sz="800" dirty="0"/>
          </a:p>
        </p:txBody>
      </p:sp>
      <p:sp>
        <p:nvSpPr>
          <p:cNvPr id="51" name="Shape 37"/>
          <p:cNvSpPr/>
          <p:nvPr/>
        </p:nvSpPr>
        <p:spPr>
          <a:xfrm>
            <a:off x="5317236" y="4069080"/>
            <a:ext cx="109728" cy="109728"/>
          </a:xfrm>
          <a:prstGeom prst="ellipse">
            <a:avLst/>
          </a:prstGeom>
          <a:solidFill>
            <a:srgbClr val="7CFFC4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" name="Shape 38"/>
          <p:cNvSpPr/>
          <p:nvPr/>
        </p:nvSpPr>
        <p:spPr>
          <a:xfrm>
            <a:off x="6217920" y="2788920"/>
            <a:ext cx="1234440" cy="1645920"/>
          </a:xfrm>
          <a:prstGeom prst="roundRect">
            <a:avLst>
              <a:gd name="adj" fmla="val 14815"/>
            </a:avLst>
          </a:prstGeom>
          <a:solidFill>
            <a:srgbClr val="FFFFFF">
              <a:alpha val="65000"/>
            </a:srgbClr>
          </a:solidFill>
          <a:ln w="9525">
            <a:solidFill>
              <a:srgbClr val="C5E8DC">
                <a:alpha val="55000"/>
              </a:srgbClr>
            </a:solidFill>
            <a:prstDash val="solid"/>
          </a:ln>
        </p:spPr>
      </p:sp>
      <p:pic>
        <p:nvPicPr>
          <p:cNvPr id="53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60820" y="2971800"/>
            <a:ext cx="548640" cy="548640"/>
          </a:xfrm>
          <a:prstGeom prst="rect">
            <a:avLst/>
          </a:prstGeom>
        </p:spPr>
      </p:pic>
      <p:sp>
        <p:nvSpPr>
          <p:cNvPr id="54" name="Text 39"/>
          <p:cNvSpPr/>
          <p:nvPr/>
        </p:nvSpPr>
        <p:spPr>
          <a:xfrm>
            <a:off x="6217920" y="365760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D3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</a:t>
            </a:r>
            <a:endParaRPr lang="en-US" sz="800" dirty="0"/>
          </a:p>
        </p:txBody>
      </p:sp>
      <p:sp>
        <p:nvSpPr>
          <p:cNvPr id="55" name="Shape 40"/>
          <p:cNvSpPr/>
          <p:nvPr/>
        </p:nvSpPr>
        <p:spPr>
          <a:xfrm>
            <a:off x="6780276" y="4069080"/>
            <a:ext cx="109728" cy="109728"/>
          </a:xfrm>
          <a:prstGeom prst="ellipse">
            <a:avLst/>
          </a:prstGeom>
          <a:solidFill>
            <a:srgbClr val="7EB8FF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6" name="Shape 41"/>
          <p:cNvSpPr/>
          <p:nvPr/>
        </p:nvSpPr>
        <p:spPr>
          <a:xfrm>
            <a:off x="7680960" y="2788920"/>
            <a:ext cx="1234440" cy="1645920"/>
          </a:xfrm>
          <a:prstGeom prst="roundRect">
            <a:avLst>
              <a:gd name="adj" fmla="val 14815"/>
            </a:avLst>
          </a:prstGeom>
          <a:solidFill>
            <a:srgbClr val="FFFFFF">
              <a:alpha val="65000"/>
            </a:srgbClr>
          </a:solidFill>
          <a:ln w="9525">
            <a:solidFill>
              <a:srgbClr val="C5E8DC">
                <a:alpha val="55000"/>
              </a:srgbClr>
            </a:solidFill>
            <a:prstDash val="solid"/>
          </a:ln>
        </p:spPr>
      </p:sp>
      <p:pic>
        <p:nvPicPr>
          <p:cNvPr id="57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023860" y="2971800"/>
            <a:ext cx="548640" cy="548640"/>
          </a:xfrm>
          <a:prstGeom prst="rect">
            <a:avLst/>
          </a:prstGeom>
        </p:spPr>
      </p:pic>
      <p:sp>
        <p:nvSpPr>
          <p:cNvPr id="58" name="Text 42"/>
          <p:cNvSpPr/>
          <p:nvPr/>
        </p:nvSpPr>
        <p:spPr>
          <a:xfrm>
            <a:off x="7680960" y="365760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D3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Network</a:t>
            </a:r>
            <a:endParaRPr lang="en-US" sz="800" dirty="0"/>
          </a:p>
        </p:txBody>
      </p:sp>
      <p:sp>
        <p:nvSpPr>
          <p:cNvPr id="59" name="Shape 43"/>
          <p:cNvSpPr/>
          <p:nvPr/>
        </p:nvSpPr>
        <p:spPr>
          <a:xfrm>
            <a:off x="8243316" y="4069080"/>
            <a:ext cx="109728" cy="109728"/>
          </a:xfrm>
          <a:prstGeom prst="ellipse">
            <a:avLst/>
          </a:prstGeom>
          <a:solidFill>
            <a:srgbClr val="FF9E7A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0" name="Shape 44"/>
          <p:cNvSpPr/>
          <p:nvPr/>
        </p:nvSpPr>
        <p:spPr>
          <a:xfrm>
            <a:off x="9144000" y="2788920"/>
            <a:ext cx="1234440" cy="1645920"/>
          </a:xfrm>
          <a:prstGeom prst="roundRect">
            <a:avLst>
              <a:gd name="adj" fmla="val 14815"/>
            </a:avLst>
          </a:prstGeom>
          <a:solidFill>
            <a:srgbClr val="FFFFFF">
              <a:alpha val="65000"/>
            </a:srgbClr>
          </a:solidFill>
          <a:ln w="9525">
            <a:solidFill>
              <a:srgbClr val="C5E8DC">
                <a:alpha val="55000"/>
              </a:srgbClr>
            </a:solidFill>
            <a:prstDash val="solid"/>
          </a:ln>
        </p:spPr>
      </p:sp>
      <p:pic>
        <p:nvPicPr>
          <p:cNvPr id="61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486900" y="2971800"/>
            <a:ext cx="548640" cy="548640"/>
          </a:xfrm>
          <a:prstGeom prst="rect">
            <a:avLst/>
          </a:prstGeom>
        </p:spPr>
      </p:pic>
      <p:sp>
        <p:nvSpPr>
          <p:cNvPr id="62" name="Text 45"/>
          <p:cNvSpPr/>
          <p:nvPr/>
        </p:nvSpPr>
        <p:spPr>
          <a:xfrm>
            <a:off x="9144000" y="365760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D3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</a:t>
            </a:r>
            <a:endParaRPr lang="en-US" sz="800" dirty="0"/>
          </a:p>
        </p:txBody>
      </p:sp>
      <p:sp>
        <p:nvSpPr>
          <p:cNvPr id="63" name="Shape 46"/>
          <p:cNvSpPr/>
          <p:nvPr/>
        </p:nvSpPr>
        <p:spPr>
          <a:xfrm>
            <a:off x="9706356" y="4069080"/>
            <a:ext cx="109728" cy="109728"/>
          </a:xfrm>
          <a:prstGeom prst="ellipse">
            <a:avLst/>
          </a:prstGeom>
          <a:solidFill>
            <a:srgbClr val="FFD166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4" name="Shape 47"/>
          <p:cNvSpPr/>
          <p:nvPr/>
        </p:nvSpPr>
        <p:spPr>
          <a:xfrm>
            <a:off x="10607040" y="2788920"/>
            <a:ext cx="1234440" cy="1645920"/>
          </a:xfrm>
          <a:prstGeom prst="roundRect">
            <a:avLst>
              <a:gd name="adj" fmla="val 14815"/>
            </a:avLst>
          </a:prstGeom>
          <a:solidFill>
            <a:srgbClr val="FFFFFF">
              <a:alpha val="65000"/>
            </a:srgbClr>
          </a:solidFill>
          <a:ln w="9525">
            <a:solidFill>
              <a:srgbClr val="C5E8DC">
                <a:alpha val="55000"/>
              </a:srgbClr>
            </a:solidFill>
            <a:prstDash val="solid"/>
          </a:ln>
        </p:spPr>
      </p:sp>
      <p:pic>
        <p:nvPicPr>
          <p:cNvPr id="65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949940" y="2971800"/>
            <a:ext cx="548640" cy="548640"/>
          </a:xfrm>
          <a:prstGeom prst="rect">
            <a:avLst/>
          </a:prstGeom>
        </p:spPr>
      </p:pic>
      <p:sp>
        <p:nvSpPr>
          <p:cNvPr id="66" name="Text 48"/>
          <p:cNvSpPr/>
          <p:nvPr/>
        </p:nvSpPr>
        <p:spPr>
          <a:xfrm>
            <a:off x="10607040" y="365760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D3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Partnership</a:t>
            </a:r>
            <a:endParaRPr lang="en-US" sz="800" dirty="0"/>
          </a:p>
        </p:txBody>
      </p:sp>
      <p:sp>
        <p:nvSpPr>
          <p:cNvPr id="67" name="Shape 49"/>
          <p:cNvSpPr/>
          <p:nvPr/>
        </p:nvSpPr>
        <p:spPr>
          <a:xfrm>
            <a:off x="11169396" y="4069080"/>
            <a:ext cx="109728" cy="109728"/>
          </a:xfrm>
          <a:prstGeom prst="ellipse">
            <a:avLst/>
          </a:prstGeom>
          <a:solidFill>
            <a:srgbClr val="7CFFC4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8" name="Shape 50"/>
          <p:cNvSpPr/>
          <p:nvPr/>
        </p:nvSpPr>
        <p:spPr>
          <a:xfrm>
            <a:off x="365760" y="4709160"/>
            <a:ext cx="1234440" cy="1645920"/>
          </a:xfrm>
          <a:prstGeom prst="roundRect">
            <a:avLst>
              <a:gd name="adj" fmla="val 14815"/>
            </a:avLst>
          </a:prstGeom>
          <a:solidFill>
            <a:srgbClr val="FFFFFF">
              <a:alpha val="65000"/>
            </a:srgbClr>
          </a:solidFill>
          <a:ln w="9525">
            <a:solidFill>
              <a:srgbClr val="C5E8DC">
                <a:alpha val="55000"/>
              </a:srgbClr>
            </a:solidFill>
            <a:prstDash val="solid"/>
          </a:ln>
        </p:spPr>
      </p:sp>
      <p:pic>
        <p:nvPicPr>
          <p:cNvPr id="69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08660" y="4892040"/>
            <a:ext cx="548640" cy="548640"/>
          </a:xfrm>
          <a:prstGeom prst="rect">
            <a:avLst/>
          </a:prstGeom>
        </p:spPr>
      </p:pic>
      <p:sp>
        <p:nvSpPr>
          <p:cNvPr id="70" name="Text 51"/>
          <p:cNvSpPr/>
          <p:nvPr/>
        </p:nvSpPr>
        <p:spPr>
          <a:xfrm>
            <a:off x="365760" y="557784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D3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Inclusion</a:t>
            </a:r>
            <a:endParaRPr lang="en-US" sz="800" dirty="0"/>
          </a:p>
        </p:txBody>
      </p:sp>
      <p:sp>
        <p:nvSpPr>
          <p:cNvPr id="71" name="Shape 52"/>
          <p:cNvSpPr/>
          <p:nvPr/>
        </p:nvSpPr>
        <p:spPr>
          <a:xfrm>
            <a:off x="928116" y="5989320"/>
            <a:ext cx="109728" cy="109728"/>
          </a:xfrm>
          <a:prstGeom prst="ellipse">
            <a:avLst/>
          </a:prstGeom>
          <a:solidFill>
            <a:srgbClr val="FF9E7A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2" name="Shape 53"/>
          <p:cNvSpPr/>
          <p:nvPr/>
        </p:nvSpPr>
        <p:spPr>
          <a:xfrm>
            <a:off x="1828800" y="4709160"/>
            <a:ext cx="1234440" cy="1645920"/>
          </a:xfrm>
          <a:prstGeom prst="roundRect">
            <a:avLst>
              <a:gd name="adj" fmla="val 14815"/>
            </a:avLst>
          </a:prstGeom>
          <a:solidFill>
            <a:srgbClr val="FFFFFF">
              <a:alpha val="65000"/>
            </a:srgbClr>
          </a:solidFill>
          <a:ln w="9525">
            <a:solidFill>
              <a:srgbClr val="C5E8DC">
                <a:alpha val="55000"/>
              </a:srgbClr>
            </a:solidFill>
            <a:prstDash val="solid"/>
          </a:ln>
        </p:spPr>
      </p:sp>
      <p:pic>
        <p:nvPicPr>
          <p:cNvPr id="73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171700" y="4892040"/>
            <a:ext cx="548640" cy="548640"/>
          </a:xfrm>
          <a:prstGeom prst="rect">
            <a:avLst/>
          </a:prstGeom>
        </p:spPr>
      </p:pic>
      <p:sp>
        <p:nvSpPr>
          <p:cNvPr id="74" name="Text 54"/>
          <p:cNvSpPr/>
          <p:nvPr/>
        </p:nvSpPr>
        <p:spPr>
          <a:xfrm>
            <a:off x="1828800" y="557784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D3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Success</a:t>
            </a:r>
            <a:endParaRPr lang="en-US" sz="800" dirty="0"/>
          </a:p>
        </p:txBody>
      </p:sp>
      <p:sp>
        <p:nvSpPr>
          <p:cNvPr id="75" name="Shape 55"/>
          <p:cNvSpPr/>
          <p:nvPr/>
        </p:nvSpPr>
        <p:spPr>
          <a:xfrm>
            <a:off x="2391156" y="5989320"/>
            <a:ext cx="109728" cy="109728"/>
          </a:xfrm>
          <a:prstGeom prst="ellipse">
            <a:avLst/>
          </a:prstGeom>
          <a:solidFill>
            <a:srgbClr val="FFD166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6" name="Shape 56"/>
          <p:cNvSpPr/>
          <p:nvPr/>
        </p:nvSpPr>
        <p:spPr>
          <a:xfrm>
            <a:off x="3291840" y="4709160"/>
            <a:ext cx="1234440" cy="1645920"/>
          </a:xfrm>
          <a:prstGeom prst="roundRect">
            <a:avLst>
              <a:gd name="adj" fmla="val 14815"/>
            </a:avLst>
          </a:prstGeom>
          <a:solidFill>
            <a:srgbClr val="FFFFFF">
              <a:alpha val="65000"/>
            </a:srgbClr>
          </a:solidFill>
          <a:ln w="9525">
            <a:solidFill>
              <a:srgbClr val="C5E8DC">
                <a:alpha val="55000"/>
              </a:srgbClr>
            </a:solidFill>
            <a:prstDash val="solid"/>
          </a:ln>
        </p:spPr>
      </p:sp>
      <p:pic>
        <p:nvPicPr>
          <p:cNvPr id="77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634740" y="4892040"/>
            <a:ext cx="548640" cy="548640"/>
          </a:xfrm>
          <a:prstGeom prst="rect">
            <a:avLst/>
          </a:prstGeom>
        </p:spPr>
      </p:pic>
      <p:sp>
        <p:nvSpPr>
          <p:cNvPr id="78" name="Text 57"/>
          <p:cNvSpPr/>
          <p:nvPr/>
        </p:nvSpPr>
        <p:spPr>
          <a:xfrm>
            <a:off x="3291840" y="557784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D3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Startup</a:t>
            </a:r>
            <a:endParaRPr lang="en-US" sz="800" dirty="0"/>
          </a:p>
        </p:txBody>
      </p:sp>
      <p:sp>
        <p:nvSpPr>
          <p:cNvPr id="79" name="Shape 58"/>
          <p:cNvSpPr/>
          <p:nvPr/>
        </p:nvSpPr>
        <p:spPr>
          <a:xfrm>
            <a:off x="3854196" y="5989320"/>
            <a:ext cx="109728" cy="109728"/>
          </a:xfrm>
          <a:prstGeom prst="ellipse">
            <a:avLst/>
          </a:prstGeom>
          <a:solidFill>
            <a:srgbClr val="7CFFC4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0" name="Shape 59"/>
          <p:cNvSpPr/>
          <p:nvPr/>
        </p:nvSpPr>
        <p:spPr>
          <a:xfrm>
            <a:off x="4754880" y="4709160"/>
            <a:ext cx="1234440" cy="1645920"/>
          </a:xfrm>
          <a:prstGeom prst="roundRect">
            <a:avLst>
              <a:gd name="adj" fmla="val 14815"/>
            </a:avLst>
          </a:prstGeom>
          <a:solidFill>
            <a:srgbClr val="FFFFFF">
              <a:alpha val="65000"/>
            </a:srgbClr>
          </a:solidFill>
          <a:ln w="9525">
            <a:solidFill>
              <a:srgbClr val="C5E8DC">
                <a:alpha val="55000"/>
              </a:srgbClr>
            </a:solidFill>
            <a:prstDash val="solid"/>
          </a:ln>
        </p:spPr>
      </p:sp>
      <p:pic>
        <p:nvPicPr>
          <p:cNvPr id="81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097780" y="4892040"/>
            <a:ext cx="548640" cy="548640"/>
          </a:xfrm>
          <a:prstGeom prst="rect">
            <a:avLst/>
          </a:prstGeom>
        </p:spPr>
      </p:pic>
      <p:sp>
        <p:nvSpPr>
          <p:cNvPr id="82" name="Text 60"/>
          <p:cNvSpPr/>
          <p:nvPr/>
        </p:nvSpPr>
        <p:spPr>
          <a:xfrm>
            <a:off x="4754880" y="557784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D3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Transparency</a:t>
            </a:r>
            <a:endParaRPr lang="en-US" sz="800" dirty="0"/>
          </a:p>
        </p:txBody>
      </p:sp>
      <p:sp>
        <p:nvSpPr>
          <p:cNvPr id="83" name="Shape 61"/>
          <p:cNvSpPr/>
          <p:nvPr/>
        </p:nvSpPr>
        <p:spPr>
          <a:xfrm>
            <a:off x="5317236" y="5989320"/>
            <a:ext cx="109728" cy="109728"/>
          </a:xfrm>
          <a:prstGeom prst="ellipse">
            <a:avLst/>
          </a:prstGeom>
          <a:solidFill>
            <a:srgbClr val="7EB8FF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4" name="Shape 62"/>
          <p:cNvSpPr/>
          <p:nvPr/>
        </p:nvSpPr>
        <p:spPr>
          <a:xfrm>
            <a:off x="6217920" y="4709160"/>
            <a:ext cx="1234440" cy="1645920"/>
          </a:xfrm>
          <a:prstGeom prst="roundRect">
            <a:avLst>
              <a:gd name="adj" fmla="val 14815"/>
            </a:avLst>
          </a:prstGeom>
          <a:solidFill>
            <a:srgbClr val="FFFFFF">
              <a:alpha val="65000"/>
            </a:srgbClr>
          </a:solidFill>
          <a:ln w="9525">
            <a:solidFill>
              <a:srgbClr val="C5E8DC">
                <a:alpha val="55000"/>
              </a:srgbClr>
            </a:solidFill>
            <a:prstDash val="solid"/>
          </a:ln>
        </p:spPr>
      </p:sp>
      <p:pic>
        <p:nvPicPr>
          <p:cNvPr id="85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560820" y="4892040"/>
            <a:ext cx="548640" cy="548640"/>
          </a:xfrm>
          <a:prstGeom prst="rect">
            <a:avLst/>
          </a:prstGeom>
        </p:spPr>
      </p:pic>
      <p:sp>
        <p:nvSpPr>
          <p:cNvPr id="86" name="Text 63"/>
          <p:cNvSpPr/>
          <p:nvPr/>
        </p:nvSpPr>
        <p:spPr>
          <a:xfrm>
            <a:off x="6217920" y="557784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D3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Trust</a:t>
            </a:r>
            <a:endParaRPr lang="en-US" sz="800" dirty="0"/>
          </a:p>
        </p:txBody>
      </p:sp>
      <p:sp>
        <p:nvSpPr>
          <p:cNvPr id="87" name="Shape 64"/>
          <p:cNvSpPr/>
          <p:nvPr/>
        </p:nvSpPr>
        <p:spPr>
          <a:xfrm>
            <a:off x="6780276" y="5989320"/>
            <a:ext cx="109728" cy="109728"/>
          </a:xfrm>
          <a:prstGeom prst="ellipse">
            <a:avLst/>
          </a:prstGeom>
          <a:solidFill>
            <a:srgbClr val="7EB8FF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8" name="Shape 65"/>
          <p:cNvSpPr/>
          <p:nvPr/>
        </p:nvSpPr>
        <p:spPr>
          <a:xfrm>
            <a:off x="7680960" y="4709160"/>
            <a:ext cx="1234440" cy="1645920"/>
          </a:xfrm>
          <a:prstGeom prst="roundRect">
            <a:avLst>
              <a:gd name="adj" fmla="val 14815"/>
            </a:avLst>
          </a:prstGeom>
          <a:solidFill>
            <a:srgbClr val="FFFFFF">
              <a:alpha val="65000"/>
            </a:srgbClr>
          </a:solidFill>
          <a:ln w="9525">
            <a:solidFill>
              <a:srgbClr val="C5E8DC">
                <a:alpha val="55000"/>
              </a:srgbClr>
            </a:solidFill>
            <a:prstDash val="solid"/>
          </a:ln>
        </p:spPr>
      </p:sp>
      <p:pic>
        <p:nvPicPr>
          <p:cNvPr id="89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023860" y="4892040"/>
            <a:ext cx="548640" cy="548640"/>
          </a:xfrm>
          <a:prstGeom prst="rect">
            <a:avLst/>
          </a:prstGeom>
        </p:spPr>
      </p:pic>
      <p:sp>
        <p:nvSpPr>
          <p:cNvPr id="90" name="Text 66"/>
          <p:cNvSpPr/>
          <p:nvPr/>
        </p:nvSpPr>
        <p:spPr>
          <a:xfrm>
            <a:off x="7680960" y="557784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D3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Break Through</a:t>
            </a:r>
            <a:endParaRPr lang="en-US" sz="800" dirty="0"/>
          </a:p>
        </p:txBody>
      </p:sp>
      <p:sp>
        <p:nvSpPr>
          <p:cNvPr id="91" name="Shape 67"/>
          <p:cNvSpPr/>
          <p:nvPr/>
        </p:nvSpPr>
        <p:spPr>
          <a:xfrm>
            <a:off x="8243316" y="5989320"/>
            <a:ext cx="109728" cy="109728"/>
          </a:xfrm>
          <a:prstGeom prst="ellipse">
            <a:avLst/>
          </a:prstGeom>
          <a:solidFill>
            <a:srgbClr val="FF9E7A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2" name="Shape 68"/>
          <p:cNvSpPr/>
          <p:nvPr/>
        </p:nvSpPr>
        <p:spPr>
          <a:xfrm>
            <a:off x="9144000" y="4709160"/>
            <a:ext cx="1234440" cy="1645920"/>
          </a:xfrm>
          <a:prstGeom prst="roundRect">
            <a:avLst>
              <a:gd name="adj" fmla="val 14815"/>
            </a:avLst>
          </a:prstGeom>
          <a:solidFill>
            <a:srgbClr val="FFFFFF">
              <a:alpha val="65000"/>
            </a:srgbClr>
          </a:solidFill>
          <a:ln w="9525">
            <a:solidFill>
              <a:srgbClr val="C5E8DC">
                <a:alpha val="55000"/>
              </a:srgbClr>
            </a:solidFill>
            <a:prstDash val="solid"/>
          </a:ln>
        </p:spPr>
      </p:sp>
      <p:pic>
        <p:nvPicPr>
          <p:cNvPr id="93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486900" y="4892040"/>
            <a:ext cx="548640" cy="548640"/>
          </a:xfrm>
          <a:prstGeom prst="rect">
            <a:avLst/>
          </a:prstGeom>
        </p:spPr>
      </p:pic>
      <p:sp>
        <p:nvSpPr>
          <p:cNvPr id="94" name="Text 69"/>
          <p:cNvSpPr/>
          <p:nvPr/>
        </p:nvSpPr>
        <p:spPr>
          <a:xfrm>
            <a:off x="9144000" y="557784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D3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Premium</a:t>
            </a:r>
            <a:endParaRPr lang="en-US" sz="800" dirty="0"/>
          </a:p>
        </p:txBody>
      </p:sp>
      <p:sp>
        <p:nvSpPr>
          <p:cNvPr id="95" name="Shape 70"/>
          <p:cNvSpPr/>
          <p:nvPr/>
        </p:nvSpPr>
        <p:spPr>
          <a:xfrm>
            <a:off x="9706356" y="5989320"/>
            <a:ext cx="109728" cy="109728"/>
          </a:xfrm>
          <a:prstGeom prst="ellipse">
            <a:avLst/>
          </a:prstGeom>
          <a:solidFill>
            <a:srgbClr val="FFD166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6" name="Shape 71"/>
          <p:cNvSpPr/>
          <p:nvPr/>
        </p:nvSpPr>
        <p:spPr>
          <a:xfrm>
            <a:off x="10607040" y="4709160"/>
            <a:ext cx="1234440" cy="1645920"/>
          </a:xfrm>
          <a:prstGeom prst="roundRect">
            <a:avLst>
              <a:gd name="adj" fmla="val 14815"/>
            </a:avLst>
          </a:prstGeom>
          <a:solidFill>
            <a:srgbClr val="FFFFFF">
              <a:alpha val="65000"/>
            </a:srgbClr>
          </a:solidFill>
          <a:ln w="9525">
            <a:solidFill>
              <a:srgbClr val="C5E8DC">
                <a:alpha val="55000"/>
              </a:srgbClr>
            </a:solidFill>
            <a:prstDash val="solid"/>
          </a:ln>
        </p:spPr>
      </p:sp>
      <p:pic>
        <p:nvPicPr>
          <p:cNvPr id="97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949940" y="4892040"/>
            <a:ext cx="548640" cy="548640"/>
          </a:xfrm>
          <a:prstGeom prst="rect">
            <a:avLst/>
          </a:prstGeom>
        </p:spPr>
      </p:pic>
      <p:sp>
        <p:nvSpPr>
          <p:cNvPr id="98" name="Text 72"/>
          <p:cNvSpPr/>
          <p:nvPr/>
        </p:nvSpPr>
        <p:spPr>
          <a:xfrm>
            <a:off x="10607040" y="557784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D3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Excellence</a:t>
            </a:r>
            <a:endParaRPr lang="en-US" sz="800" dirty="0"/>
          </a:p>
        </p:txBody>
      </p:sp>
      <p:sp>
        <p:nvSpPr>
          <p:cNvPr id="99" name="Shape 73"/>
          <p:cNvSpPr/>
          <p:nvPr/>
        </p:nvSpPr>
        <p:spPr>
          <a:xfrm>
            <a:off x="11169396" y="5989320"/>
            <a:ext cx="109728" cy="109728"/>
          </a:xfrm>
          <a:prstGeom prst="ellipse">
            <a:avLst/>
          </a:prstGeom>
          <a:solidFill>
            <a:srgbClr val="7CFFC4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914400"/>
            <a:ext cx="4572000" cy="4572000"/>
          </a:xfrm>
          <a:prstGeom prst="ellipse">
            <a:avLst/>
          </a:prstGeom>
          <a:solidFill>
            <a:srgbClr val="7CFFC4">
              <a:alpha val="1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D3B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IBC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3B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How to use these icons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5303520" cy="1920240"/>
          </a:xfrm>
          <a:prstGeom prst="roundRect">
            <a:avLst>
              <a:gd name="adj" fmla="val 9524"/>
            </a:avLst>
          </a:prstGeom>
          <a:solidFill>
            <a:srgbClr val="FFFFFF">
              <a:alpha val="65000"/>
            </a:srgbClr>
          </a:solidFill>
          <a:ln w="9525">
            <a:solidFill>
              <a:srgbClr val="C5E8DC">
                <a:alpha val="5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2240280"/>
            <a:ext cx="128016" cy="128016"/>
          </a:xfrm>
          <a:prstGeom prst="ellipse">
            <a:avLst/>
          </a:prstGeom>
          <a:solidFill>
            <a:srgbClr val="7EB8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80160" y="21488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3B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Always on dark backgrounds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80160" y="256032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0D3B2E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These icons are designed for the deep violet #1A0A2E background. On light backgrounds, use inverted (dark) versions.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0" y="1920240"/>
            <a:ext cx="5303520" cy="1920240"/>
          </a:xfrm>
          <a:prstGeom prst="roundRect">
            <a:avLst>
              <a:gd name="adj" fmla="val 9524"/>
            </a:avLst>
          </a:prstGeom>
          <a:solidFill>
            <a:srgbClr val="FFFFFF">
              <a:alpha val="65000"/>
            </a:srgbClr>
          </a:solidFill>
          <a:ln w="9525">
            <a:solidFill>
              <a:srgbClr val="C5E8DC">
                <a:alpha val="5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75120" y="2240280"/>
            <a:ext cx="128016" cy="128016"/>
          </a:xfrm>
          <a:prstGeom prst="ellipse">
            <a:avLst/>
          </a:prstGeom>
          <a:solidFill>
            <a:srgbClr val="FF9E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49440" y="21488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3B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One spectrum colour per icon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949440" y="256032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0D3B2E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icon uses one of four spectrum colours: Sky, Rose, Amber, or Mint. Never combine multiple colours in one icon.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4206240"/>
            <a:ext cx="5303520" cy="1920240"/>
          </a:xfrm>
          <a:prstGeom prst="roundRect">
            <a:avLst>
              <a:gd name="adj" fmla="val 9524"/>
            </a:avLst>
          </a:prstGeom>
          <a:solidFill>
            <a:srgbClr val="FFFFFF">
              <a:alpha val="65000"/>
            </a:srgbClr>
          </a:solidFill>
          <a:ln w="9525">
            <a:solidFill>
              <a:srgbClr val="C5E8DC">
                <a:alpha val="5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05840" y="4526280"/>
            <a:ext cx="128016" cy="128016"/>
          </a:xfrm>
          <a:prstGeom prst="ellipse">
            <a:avLst/>
          </a:prstGeom>
          <a:solidFill>
            <a:srgbClr val="FFD1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80160" y="44348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3B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Glass panel framing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80160" y="484632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0D3B2E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presentation use, place icons on frosted glass cards. For inline use in documents, icons work without frames.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0" y="4206240"/>
            <a:ext cx="5303520" cy="1920240"/>
          </a:xfrm>
          <a:prstGeom prst="roundRect">
            <a:avLst>
              <a:gd name="adj" fmla="val 9524"/>
            </a:avLst>
          </a:prstGeom>
          <a:solidFill>
            <a:srgbClr val="FFFFFF">
              <a:alpha val="65000"/>
            </a:srgbClr>
          </a:solidFill>
          <a:ln w="9525">
            <a:solidFill>
              <a:srgbClr val="C5E8DC">
                <a:alpha val="5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75120" y="4526280"/>
            <a:ext cx="128016" cy="128016"/>
          </a:xfrm>
          <a:prstGeom prst="ellipse">
            <a:avLst/>
          </a:prstGeom>
          <a:solidFill>
            <a:srgbClr val="7CFF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49440" y="44348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3B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Consistent sizing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949440" y="484632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0D3B2E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presentations: 0.5" inline, 1" featured. Scale proportionally. All icons are 256px PNG — sharp at any slide size.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31520" y="6400800"/>
            <a:ext cx="914400" cy="36576"/>
          </a:xfrm>
          <a:prstGeom prst="rect">
            <a:avLst/>
          </a:prstGeom>
          <a:solidFill>
            <a:srgbClr val="7EB8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645920" y="6400800"/>
            <a:ext cx="914400" cy="36576"/>
          </a:xfrm>
          <a:prstGeom prst="rect">
            <a:avLst/>
          </a:prstGeom>
          <a:solidFill>
            <a:srgbClr val="FF9E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60320" y="6400800"/>
            <a:ext cx="914400" cy="36576"/>
          </a:xfrm>
          <a:prstGeom prst="rect">
            <a:avLst/>
          </a:prstGeom>
          <a:solidFill>
            <a:srgbClr val="FFD1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6400800"/>
            <a:ext cx="914400" cy="36576"/>
          </a:xfrm>
          <a:prstGeom prst="rect">
            <a:avLst/>
          </a:prstGeom>
          <a:solidFill>
            <a:srgbClr val="7CFFC4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IBC Prism Icon Library</dc:title>
  <dc:subject>PptxGenJS Presentation</dc:subject>
  <dc:creator>IBC</dc:creator>
  <cp:lastModifiedBy>IBC</cp:lastModifiedBy>
  <cp:revision>1</cp:revision>
  <dcterms:created xsi:type="dcterms:W3CDTF">2026-04-15T08:17:18Z</dcterms:created>
  <dcterms:modified xsi:type="dcterms:W3CDTF">2026-04-15T08:17:18Z</dcterms:modified>
</cp:coreProperties>
</file>