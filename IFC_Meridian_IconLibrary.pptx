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RIDIAN">
    <p:bg>
      <p:bgPr>
        <a:solidFill>
          <a:srgbClr val="1A3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Meridian </a:t>
            </a:r>
            <a:pPr indent="0" marL="0">
              <a:buNone/>
            </a:pPr>
            <a:r>
              <a:rPr lang="en-US" sz="4400" b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Icon Library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Twenty-four solid-fill business icons in the Meridian brand style.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Editorial, earthy, and ready for presentations, documents, and digital assets.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36576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846320"/>
            <a:ext cx="640080" cy="6400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4846320"/>
            <a:ext cx="640080" cy="64008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846320"/>
            <a:ext cx="640080" cy="64008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48463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METHODOLOGY &amp; PROCESS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8288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3258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Diagnose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#E8833A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69364" y="3154680"/>
            <a:ext cx="164592" cy="16459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32588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Strategise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2900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#C4623A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49724" y="3154680"/>
            <a:ext cx="164592" cy="164592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132588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Build &amp; Test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0936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#F6F1E7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530084" y="3154680"/>
            <a:ext cx="164592" cy="164592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8972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1325880"/>
            <a:ext cx="914400" cy="914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Measure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8972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#E8833A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0410444" y="3154680"/>
            <a:ext cx="164592" cy="16459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460" y="4206240"/>
            <a:ext cx="914400" cy="9144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Scale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864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#C4623A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769364" y="6035040"/>
            <a:ext cx="164592" cy="164592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42900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4820" y="4206240"/>
            <a:ext cx="914400" cy="9144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2900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Insight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342900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#F6F1E7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649724" y="6035040"/>
            <a:ext cx="164592" cy="164592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30936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180" y="4206240"/>
            <a:ext cx="914400" cy="9144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0936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Timeline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630936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#E8833A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530084" y="6035040"/>
            <a:ext cx="164592" cy="16459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18972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5540" y="4206240"/>
            <a:ext cx="914400" cy="9144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8972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Planning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918972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#C4623A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10410444" y="6035040"/>
            <a:ext cx="164592" cy="164592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&amp; VALUE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8288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3258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Revenue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#E8833A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69364" y="3154680"/>
            <a:ext cx="164592" cy="16459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32588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Global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2900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#F6F1E7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49724" y="3154680"/>
            <a:ext cx="164592" cy="164592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132588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Team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0936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#C4623A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530084" y="3154680"/>
            <a:ext cx="164592" cy="164592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8972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1325880"/>
            <a:ext cx="914400" cy="914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Certified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8972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#E8833A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0410444" y="3154680"/>
            <a:ext cx="164592" cy="16459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460" y="4206240"/>
            <a:ext cx="914400" cy="9144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Data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864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#F6F1E7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769364" y="6035040"/>
            <a:ext cx="164592" cy="164592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42900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4820" y="4206240"/>
            <a:ext cx="914400" cy="9144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2900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Network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342900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#C4623A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649724" y="6035040"/>
            <a:ext cx="164592" cy="164592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30936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180" y="4206240"/>
            <a:ext cx="914400" cy="9144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0936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Report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630936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#E8833A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530084" y="6035040"/>
            <a:ext cx="164592" cy="16459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18972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5540" y="4206240"/>
            <a:ext cx="914400" cy="9144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8972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Partnership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918972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#F6F1E7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10410444" y="6035040"/>
            <a:ext cx="164592" cy="164592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833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BRAND &amp; IDENTITY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8288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3258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Inclusion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#C4623A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769364" y="3154680"/>
            <a:ext cx="164592" cy="164592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2900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20" y="1325880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Success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2900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#E8833A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649724" y="3154680"/>
            <a:ext cx="164592" cy="16459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132588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Startup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0936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#F6F1E7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7530084" y="3154680"/>
            <a:ext cx="164592" cy="164592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189720" y="91440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5540" y="1325880"/>
            <a:ext cx="914400" cy="914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2468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89720" y="2834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#E8833A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0410444" y="3154680"/>
            <a:ext cx="164592" cy="16459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4460" y="4206240"/>
            <a:ext cx="914400" cy="9144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Trust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4864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#C4623A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769364" y="6035040"/>
            <a:ext cx="164592" cy="164592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42900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4820" y="4206240"/>
            <a:ext cx="914400" cy="9144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2900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Break Through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342900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#E8833A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649724" y="6035040"/>
            <a:ext cx="164592" cy="164592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30936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5180" y="4206240"/>
            <a:ext cx="914400" cy="9144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0936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Premium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630936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#F6F1E7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7530084" y="6035040"/>
            <a:ext cx="164592" cy="164592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189720" y="3794760"/>
            <a:ext cx="2606040" cy="26060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5540" y="4206240"/>
            <a:ext cx="914400" cy="9144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8972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Excellence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9189720" y="57150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8E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#C4623A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10410444" y="6035040"/>
            <a:ext cx="164592" cy="164592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All Icons </a:t>
            </a:r>
            <a:pPr indent="0" marL="0">
              <a:buNone/>
            </a:pPr>
            <a:r>
              <a:rPr lang="en-US" sz="20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— Quick Reference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8288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188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874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Diagnose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928116" y="2286000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0" y="10058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11887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1874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Strategise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391156" y="2286000"/>
            <a:ext cx="109728" cy="109728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291840" y="10058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1887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91840" y="1874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&amp; Test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3854196" y="2286000"/>
            <a:ext cx="109728" cy="109728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4880" y="10058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18872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54880" y="1874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Measure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5317236" y="2286000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217920" y="10058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118872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217920" y="1874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Scale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6780276" y="2286000"/>
            <a:ext cx="109728" cy="109728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0" y="10058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3860" y="118872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0" y="1874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Insight</a:t>
            </a:r>
            <a:endParaRPr lang="en-US" sz="800" dirty="0"/>
          </a:p>
        </p:txBody>
      </p:sp>
      <p:sp>
        <p:nvSpPr>
          <p:cNvPr id="27" name="Shape 19"/>
          <p:cNvSpPr/>
          <p:nvPr/>
        </p:nvSpPr>
        <p:spPr>
          <a:xfrm>
            <a:off x="8243316" y="2286000"/>
            <a:ext cx="109728" cy="109728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9144000" y="10058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6900" y="1188720"/>
            <a:ext cx="548640" cy="5486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44000" y="1874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Timeline</a:t>
            </a:r>
            <a:endParaRPr lang="en-US" sz="800" dirty="0"/>
          </a:p>
        </p:txBody>
      </p:sp>
      <p:sp>
        <p:nvSpPr>
          <p:cNvPr id="31" name="Shape 22"/>
          <p:cNvSpPr/>
          <p:nvPr/>
        </p:nvSpPr>
        <p:spPr>
          <a:xfrm>
            <a:off x="9706356" y="2286000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10607040" y="10058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9940" y="1188720"/>
            <a:ext cx="548640" cy="54864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0607040" y="18745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Planning</a:t>
            </a:r>
            <a:endParaRPr lang="en-US" sz="800" dirty="0"/>
          </a:p>
        </p:txBody>
      </p:sp>
      <p:sp>
        <p:nvSpPr>
          <p:cNvPr id="35" name="Shape 25"/>
          <p:cNvSpPr/>
          <p:nvPr/>
        </p:nvSpPr>
        <p:spPr>
          <a:xfrm>
            <a:off x="11169396" y="2286000"/>
            <a:ext cx="109728" cy="109728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365760" y="28346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" y="3017520"/>
            <a:ext cx="548640" cy="54864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65760" y="3703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Revenue</a:t>
            </a:r>
            <a:endParaRPr lang="en-US" sz="800" dirty="0"/>
          </a:p>
        </p:txBody>
      </p:sp>
      <p:sp>
        <p:nvSpPr>
          <p:cNvPr id="39" name="Shape 28"/>
          <p:cNvSpPr/>
          <p:nvPr/>
        </p:nvSpPr>
        <p:spPr>
          <a:xfrm>
            <a:off x="928116" y="4114800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1828800" y="28346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1700" y="3017520"/>
            <a:ext cx="548640" cy="54864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1828800" y="3703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Global</a:t>
            </a:r>
            <a:endParaRPr lang="en-US" sz="800" dirty="0"/>
          </a:p>
        </p:txBody>
      </p:sp>
      <p:sp>
        <p:nvSpPr>
          <p:cNvPr id="43" name="Shape 31"/>
          <p:cNvSpPr/>
          <p:nvPr/>
        </p:nvSpPr>
        <p:spPr>
          <a:xfrm>
            <a:off x="2391156" y="4114800"/>
            <a:ext cx="109728" cy="109728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32"/>
          <p:cNvSpPr/>
          <p:nvPr/>
        </p:nvSpPr>
        <p:spPr>
          <a:xfrm>
            <a:off x="3291840" y="28346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34740" y="3017520"/>
            <a:ext cx="548640" cy="54864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291840" y="3703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Team</a:t>
            </a:r>
            <a:endParaRPr lang="en-US" sz="800" dirty="0"/>
          </a:p>
        </p:txBody>
      </p:sp>
      <p:sp>
        <p:nvSpPr>
          <p:cNvPr id="47" name="Shape 34"/>
          <p:cNvSpPr/>
          <p:nvPr/>
        </p:nvSpPr>
        <p:spPr>
          <a:xfrm>
            <a:off x="3854196" y="4114800"/>
            <a:ext cx="109728" cy="109728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35"/>
          <p:cNvSpPr/>
          <p:nvPr/>
        </p:nvSpPr>
        <p:spPr>
          <a:xfrm>
            <a:off x="4754880" y="28346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7780" y="3017520"/>
            <a:ext cx="548640" cy="54864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4754880" y="3703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Certified</a:t>
            </a:r>
            <a:endParaRPr lang="en-US" sz="800" dirty="0"/>
          </a:p>
        </p:txBody>
      </p:sp>
      <p:sp>
        <p:nvSpPr>
          <p:cNvPr id="51" name="Shape 37"/>
          <p:cNvSpPr/>
          <p:nvPr/>
        </p:nvSpPr>
        <p:spPr>
          <a:xfrm>
            <a:off x="5317236" y="4114800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38"/>
          <p:cNvSpPr/>
          <p:nvPr/>
        </p:nvSpPr>
        <p:spPr>
          <a:xfrm>
            <a:off x="6217920" y="28346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0820" y="3017520"/>
            <a:ext cx="548640" cy="548640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6217920" y="3703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</a:t>
            </a:r>
            <a:endParaRPr lang="en-US" sz="800" dirty="0"/>
          </a:p>
        </p:txBody>
      </p:sp>
      <p:sp>
        <p:nvSpPr>
          <p:cNvPr id="55" name="Shape 40"/>
          <p:cNvSpPr/>
          <p:nvPr/>
        </p:nvSpPr>
        <p:spPr>
          <a:xfrm>
            <a:off x="6780276" y="4114800"/>
            <a:ext cx="109728" cy="109728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41"/>
          <p:cNvSpPr/>
          <p:nvPr/>
        </p:nvSpPr>
        <p:spPr>
          <a:xfrm>
            <a:off x="7680960" y="28346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3860" y="3017520"/>
            <a:ext cx="548640" cy="548640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7680960" y="3703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</a:t>
            </a:r>
            <a:endParaRPr lang="en-US" sz="800" dirty="0"/>
          </a:p>
        </p:txBody>
      </p:sp>
      <p:sp>
        <p:nvSpPr>
          <p:cNvPr id="59" name="Shape 43"/>
          <p:cNvSpPr/>
          <p:nvPr/>
        </p:nvSpPr>
        <p:spPr>
          <a:xfrm>
            <a:off x="8243316" y="4114800"/>
            <a:ext cx="109728" cy="109728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44"/>
          <p:cNvSpPr/>
          <p:nvPr/>
        </p:nvSpPr>
        <p:spPr>
          <a:xfrm>
            <a:off x="9144000" y="28346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6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86900" y="3017520"/>
            <a:ext cx="548640" cy="548640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9144000" y="3703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</a:t>
            </a:r>
            <a:endParaRPr lang="en-US" sz="800" dirty="0"/>
          </a:p>
        </p:txBody>
      </p:sp>
      <p:sp>
        <p:nvSpPr>
          <p:cNvPr id="63" name="Shape 46"/>
          <p:cNvSpPr/>
          <p:nvPr/>
        </p:nvSpPr>
        <p:spPr>
          <a:xfrm>
            <a:off x="9706356" y="4114800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47"/>
          <p:cNvSpPr/>
          <p:nvPr/>
        </p:nvSpPr>
        <p:spPr>
          <a:xfrm>
            <a:off x="10607040" y="28346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6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49940" y="3017520"/>
            <a:ext cx="548640" cy="548640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10607040" y="37033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Partnership</a:t>
            </a:r>
            <a:endParaRPr lang="en-US" sz="800" dirty="0"/>
          </a:p>
        </p:txBody>
      </p:sp>
      <p:sp>
        <p:nvSpPr>
          <p:cNvPr id="67" name="Shape 49"/>
          <p:cNvSpPr/>
          <p:nvPr/>
        </p:nvSpPr>
        <p:spPr>
          <a:xfrm>
            <a:off x="11169396" y="4114800"/>
            <a:ext cx="109728" cy="109728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50"/>
          <p:cNvSpPr/>
          <p:nvPr/>
        </p:nvSpPr>
        <p:spPr>
          <a:xfrm>
            <a:off x="365760" y="46634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6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8660" y="4846320"/>
            <a:ext cx="548640" cy="548640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365760" y="5532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Inclusion</a:t>
            </a:r>
            <a:endParaRPr lang="en-US" sz="800" dirty="0"/>
          </a:p>
        </p:txBody>
      </p:sp>
      <p:sp>
        <p:nvSpPr>
          <p:cNvPr id="71" name="Shape 52"/>
          <p:cNvSpPr/>
          <p:nvPr/>
        </p:nvSpPr>
        <p:spPr>
          <a:xfrm>
            <a:off x="928116" y="5943600"/>
            <a:ext cx="109728" cy="109728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53"/>
          <p:cNvSpPr/>
          <p:nvPr/>
        </p:nvSpPr>
        <p:spPr>
          <a:xfrm>
            <a:off x="1828800" y="46634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7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71700" y="4846320"/>
            <a:ext cx="548640" cy="548640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1828800" y="5532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Success</a:t>
            </a:r>
            <a:endParaRPr lang="en-US" sz="800" dirty="0"/>
          </a:p>
        </p:txBody>
      </p:sp>
      <p:sp>
        <p:nvSpPr>
          <p:cNvPr id="75" name="Shape 55"/>
          <p:cNvSpPr/>
          <p:nvPr/>
        </p:nvSpPr>
        <p:spPr>
          <a:xfrm>
            <a:off x="2391156" y="5943600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56"/>
          <p:cNvSpPr/>
          <p:nvPr/>
        </p:nvSpPr>
        <p:spPr>
          <a:xfrm>
            <a:off x="3291840" y="46634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7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34740" y="4846320"/>
            <a:ext cx="548640" cy="548640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3291840" y="5532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Startup</a:t>
            </a:r>
            <a:endParaRPr lang="en-US" sz="800" dirty="0"/>
          </a:p>
        </p:txBody>
      </p:sp>
      <p:sp>
        <p:nvSpPr>
          <p:cNvPr id="79" name="Shape 58"/>
          <p:cNvSpPr/>
          <p:nvPr/>
        </p:nvSpPr>
        <p:spPr>
          <a:xfrm>
            <a:off x="3854196" y="5943600"/>
            <a:ext cx="109728" cy="109728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59"/>
          <p:cNvSpPr/>
          <p:nvPr/>
        </p:nvSpPr>
        <p:spPr>
          <a:xfrm>
            <a:off x="4754880" y="46634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8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97780" y="4846320"/>
            <a:ext cx="548640" cy="548640"/>
          </a:xfrm>
          <a:prstGeom prst="rect">
            <a:avLst/>
          </a:prstGeom>
        </p:spPr>
      </p:pic>
      <p:sp>
        <p:nvSpPr>
          <p:cNvPr id="82" name="Text 60"/>
          <p:cNvSpPr/>
          <p:nvPr/>
        </p:nvSpPr>
        <p:spPr>
          <a:xfrm>
            <a:off x="4754880" y="5532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Transparency</a:t>
            </a:r>
            <a:endParaRPr lang="en-US" sz="800" dirty="0"/>
          </a:p>
        </p:txBody>
      </p:sp>
      <p:sp>
        <p:nvSpPr>
          <p:cNvPr id="83" name="Shape 61"/>
          <p:cNvSpPr/>
          <p:nvPr/>
        </p:nvSpPr>
        <p:spPr>
          <a:xfrm>
            <a:off x="5317236" y="5943600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62"/>
          <p:cNvSpPr/>
          <p:nvPr/>
        </p:nvSpPr>
        <p:spPr>
          <a:xfrm>
            <a:off x="6217920" y="46634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8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60820" y="4846320"/>
            <a:ext cx="548640" cy="548640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6217920" y="5532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Trust</a:t>
            </a:r>
            <a:endParaRPr lang="en-US" sz="800" dirty="0"/>
          </a:p>
        </p:txBody>
      </p:sp>
      <p:sp>
        <p:nvSpPr>
          <p:cNvPr id="87" name="Shape 64"/>
          <p:cNvSpPr/>
          <p:nvPr/>
        </p:nvSpPr>
        <p:spPr>
          <a:xfrm>
            <a:off x="6780276" y="5943600"/>
            <a:ext cx="109728" cy="109728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65"/>
          <p:cNvSpPr/>
          <p:nvPr/>
        </p:nvSpPr>
        <p:spPr>
          <a:xfrm>
            <a:off x="7680960" y="46634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8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23860" y="4846320"/>
            <a:ext cx="548640" cy="548640"/>
          </a:xfrm>
          <a:prstGeom prst="rect">
            <a:avLst/>
          </a:prstGeom>
        </p:spPr>
      </p:pic>
      <p:sp>
        <p:nvSpPr>
          <p:cNvPr id="90" name="Text 66"/>
          <p:cNvSpPr/>
          <p:nvPr/>
        </p:nvSpPr>
        <p:spPr>
          <a:xfrm>
            <a:off x="7680960" y="5532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Break Through</a:t>
            </a:r>
            <a:endParaRPr lang="en-US" sz="800" dirty="0"/>
          </a:p>
        </p:txBody>
      </p:sp>
      <p:sp>
        <p:nvSpPr>
          <p:cNvPr id="91" name="Shape 67"/>
          <p:cNvSpPr/>
          <p:nvPr/>
        </p:nvSpPr>
        <p:spPr>
          <a:xfrm>
            <a:off x="8243316" y="5943600"/>
            <a:ext cx="109728" cy="109728"/>
          </a:xfrm>
          <a:prstGeom prst="ellipse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68"/>
          <p:cNvSpPr/>
          <p:nvPr/>
        </p:nvSpPr>
        <p:spPr>
          <a:xfrm>
            <a:off x="9144000" y="46634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9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86900" y="4846320"/>
            <a:ext cx="548640" cy="548640"/>
          </a:xfrm>
          <a:prstGeom prst="rect">
            <a:avLst/>
          </a:prstGeom>
        </p:spPr>
      </p:pic>
      <p:sp>
        <p:nvSpPr>
          <p:cNvPr id="94" name="Text 69"/>
          <p:cNvSpPr/>
          <p:nvPr/>
        </p:nvSpPr>
        <p:spPr>
          <a:xfrm>
            <a:off x="9144000" y="5532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Premium</a:t>
            </a:r>
            <a:endParaRPr lang="en-US" sz="800" dirty="0"/>
          </a:p>
        </p:txBody>
      </p:sp>
      <p:sp>
        <p:nvSpPr>
          <p:cNvPr id="95" name="Shape 70"/>
          <p:cNvSpPr/>
          <p:nvPr/>
        </p:nvSpPr>
        <p:spPr>
          <a:xfrm>
            <a:off x="9706356" y="5943600"/>
            <a:ext cx="109728" cy="109728"/>
          </a:xfrm>
          <a:prstGeom prst="ellipse">
            <a:avLst/>
          </a:prstGeom>
          <a:solidFill>
            <a:srgbClr val="F6F1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71"/>
          <p:cNvSpPr/>
          <p:nvPr/>
        </p:nvSpPr>
        <p:spPr>
          <a:xfrm>
            <a:off x="10607040" y="4663440"/>
            <a:ext cx="1234440" cy="160020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pic>
        <p:nvPicPr>
          <p:cNvPr id="9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49940" y="4846320"/>
            <a:ext cx="548640" cy="548640"/>
          </a:xfrm>
          <a:prstGeom prst="rect">
            <a:avLst/>
          </a:prstGeom>
        </p:spPr>
      </p:pic>
      <p:sp>
        <p:nvSpPr>
          <p:cNvPr id="98" name="Text 72"/>
          <p:cNvSpPr/>
          <p:nvPr/>
        </p:nvSpPr>
        <p:spPr>
          <a:xfrm>
            <a:off x="10607040" y="5532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Excellence</a:t>
            </a:r>
            <a:endParaRPr lang="en-US" sz="800" dirty="0"/>
          </a:p>
        </p:txBody>
      </p:sp>
      <p:sp>
        <p:nvSpPr>
          <p:cNvPr id="99" name="Shape 73"/>
          <p:cNvSpPr/>
          <p:nvPr/>
        </p:nvSpPr>
        <p:spPr>
          <a:xfrm>
            <a:off x="11169396" y="5943600"/>
            <a:ext cx="109728" cy="109728"/>
          </a:xfrm>
          <a:prstGeom prst="ellipse">
            <a:avLst/>
          </a:prstGeom>
          <a:solidFill>
            <a:srgbClr val="C4623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6F1E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How to use </a:t>
            </a:r>
            <a:pPr indent="0" marL="0">
              <a:buNone/>
            </a:pPr>
            <a:r>
              <a:rPr lang="en-US" sz="3000" b="1" i="1" dirty="0">
                <a:solidFill>
                  <a:srgbClr val="E8833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these icons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7432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94560"/>
            <a:ext cx="5303520" cy="1920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23160"/>
            <a:ext cx="54864" cy="1463040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Always on earth tones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926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These icons are designed for the deep green #1A3326 background. On light backgrounds, use inverted (dark) versions.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5303520" cy="1920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423160"/>
            <a:ext cx="54864" cy="1463040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Meridian palette only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926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icon uses warm orange, terracotta, or parchment. Never combine multiple colours in one icon.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5303520" cy="1920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09160"/>
            <a:ext cx="54864" cy="1463040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709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Editorial framing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5212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 presentations, place icons on muted deep-green cards. For inline use in documents, icons work without frames.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4480560"/>
            <a:ext cx="5303520" cy="1920240"/>
          </a:xfrm>
          <a:prstGeom prst="rect">
            <a:avLst/>
          </a:prstGeom>
          <a:solidFill>
            <a:srgbClr val="2F4A3A">
              <a:alpha val="75000"/>
            </a:srgbClr>
          </a:solidFill>
          <a:ln w="9525">
            <a:solidFill>
              <a:srgbClr val="3E5A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709160"/>
            <a:ext cx="54864" cy="1463040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4709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6F1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Consistent sizing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0840" y="52120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6F1E7">
                    <a:alpha val="70000"/>
                  </a:srgbClr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presentations: 0.5" inline, 1" featured. All icons are 256px PNG — sharp at any slide size.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6492240"/>
            <a:ext cx="3657600" cy="27432"/>
          </a:xfrm>
          <a:prstGeom prst="rect">
            <a:avLst/>
          </a:prstGeom>
          <a:solidFill>
            <a:srgbClr val="E8833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IBC Meridian Icon Library</dc:title>
  <dc:subject>PptxGenJS Presentation</dc:subject>
  <dc:creator>IBC</dc:creator>
  <cp:lastModifiedBy>IBC</cp:lastModifiedBy>
  <cp:revision>1</cp:revision>
  <dcterms:created xsi:type="dcterms:W3CDTF">2026-04-15T06:55:33Z</dcterms:created>
  <dcterms:modified xsi:type="dcterms:W3CDTF">2026-04-15T06:55:33Z</dcterms:modified>
</cp:coreProperties>
</file>